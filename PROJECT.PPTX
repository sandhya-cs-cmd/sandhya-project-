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p:sldMasterIdLst>
    <p:sldMasterId id="2147483712" r:id="rId1"/>
  </p:sldMasterIdLst>
  <p:notesMasterIdLst>
    <p:notesMasterId r:id="rId2"/>
  </p:notesMasterIdLst>
  <p:sldIdLst>
    <p:sldId id="316" r:id="rId3"/>
    <p:sldId id="317" r:id="rId4"/>
    <p:sldId id="318" r:id="rId5"/>
    <p:sldId id="319" r:id="rId6"/>
    <p:sldId id="320" r:id="rId7"/>
    <p:sldId id="321" r:id="rId8"/>
    <p:sldId id="322" r:id="rId9"/>
    <p:sldId id="323" r:id="rId10"/>
    <p:sldId id="324" r:id="rId11"/>
    <p:sldId id="325" r:id="rId12"/>
    <p:sldId id="326" r:id="rId13"/>
    <p:sldId id="327" r:id="rId14"/>
    <p:sldId id="328" r:id="rId15"/>
  </p:sldIdLst>
  <p:sldSz type="screen16x9" cy="6858000" cx="12192000"/>
  <p:notesSz cx="12192000" cy="6858000"/>
  <p:defaultText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showPr>
    <p:present/>
    <p:sldAll/>
    <p:penClr>
      <a:prstClr val="red"/>
    </p:penClr>
  </p:showPr>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lastView="sldThumbnailView">
  <p:normalViewPr>
    <p:restoredLeft sz="15620"/>
    <p:restoredTop sz="94660"/>
  </p:normalViewPr>
  <p:slideViewPr>
    <p:cSldViewPr showGuides="1">
      <p:cViewPr varScale="1">
        <p:scale>
          <a:sx n="78" d="100"/>
          <a:sy n="78" d="100"/>
        </p:scale>
        <p:origin x="850" y="6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tableStyles" Target="tableStyles.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46" name=""/>
        <p:cNvGrpSpPr/>
        <p:nvPr/>
      </p:nvGrpSpPr>
      <p:grpSpPr>
        <a:xfrm>
          <a:off x="0" y="0"/>
          <a:ext cx="0" cy="0"/>
          <a:chOff x="0" y="0"/>
          <a:chExt cx="0" cy="0"/>
        </a:xfrm>
      </p:grpSpPr>
      <p:sp>
        <p:nvSpPr>
          <p:cNvPr id="1048711" name="Rectangle 2"/>
          <p:cNvSpPr>
            <a:spLocks noGrp="1" noChangeArrowheads="1"/>
          </p:cNvSpPr>
          <p:nvPr>
            <p:ph type="hdr" sz="quarter"/>
          </p:nvPr>
        </p:nvSpPr>
        <p:spPr bwMode="auto">
          <a:xfrm>
            <a:off x="2"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l">
              <a:defRPr sz="1100"/>
            </a:lvl1pPr>
          </a:lstStyle>
          <a:p>
            <a:endParaRPr lang="en-US"/>
          </a:p>
        </p:txBody>
      </p:sp>
      <p:sp>
        <p:nvSpPr>
          <p:cNvPr id="1048712" name="Rectangle 3"/>
          <p:cNvSpPr>
            <a:spLocks noGrp="1" noChangeArrowheads="1"/>
          </p:cNvSpPr>
          <p:nvPr>
            <p:ph type="dt" idx="1"/>
          </p:nvPr>
        </p:nvSpPr>
        <p:spPr bwMode="auto">
          <a:xfrm>
            <a:off x="4021139"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r">
              <a:defRPr sz="1100"/>
            </a:lvl1pPr>
          </a:lstStyle>
          <a:p>
            <a:endParaRPr lang="en-US"/>
          </a:p>
        </p:txBody>
      </p:sp>
      <p:sp>
        <p:nvSpPr>
          <p:cNvPr id="1048713" name="Rectangle 4"/>
          <p:cNvSpPr>
            <a:spLocks noChangeAspect="1" noRot="1" noGrp="1" noChangeArrowheads="1" noTextEdit="1"/>
          </p:cNvSpPr>
          <p:nvPr>
            <p:ph type="sldImg" idx="2"/>
          </p:nvPr>
        </p:nvSpPr>
        <p:spPr bwMode="auto">
          <a:xfrm>
            <a:off x="990600" y="766763"/>
            <a:ext cx="5118100" cy="3838575"/>
          </a:xfrm>
          <a:prstGeom prst="rect"/>
          <a:noFill/>
          <a:ln w="9525">
            <a:solidFill>
              <a:srgbClr val="000000"/>
            </a:solidFill>
            <a:miter lim="800000"/>
            <a:headEnd/>
            <a:tailEnd/>
          </a:ln>
          <a:effectLst/>
        </p:spPr>
      </p:sp>
      <p:sp>
        <p:nvSpPr>
          <p:cNvPr id="1048714" name="Rectangle 5"/>
          <p:cNvSpPr>
            <a:spLocks noGrp="1" noChangeArrowheads="1"/>
          </p:cNvSpPr>
          <p:nvPr>
            <p:ph type="body" sz="quarter" idx="3"/>
          </p:nvPr>
        </p:nvSpPr>
        <p:spPr bwMode="auto">
          <a:xfrm>
            <a:off x="709614" y="4862514"/>
            <a:ext cx="5680075" cy="4605337"/>
          </a:xfrm>
          <a:prstGeom prst="rect"/>
          <a:noFill/>
          <a:ln w="9525">
            <a:noFill/>
            <a:miter lim="800000"/>
            <a:headEnd/>
            <a:tailEnd/>
          </a:ln>
          <a:effectLst/>
        </p:spPr>
        <p:txBody>
          <a:bodyPr anchor="t" anchorCtr="0" bIns="45745" compatLnSpc="1" lIns="91492" numCol="1" rIns="91492" tIns="45745" vert="horz" wrap="square">
            <a:prstTxWarp prst="textNoShape"/>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48715" name="Rectangle 6"/>
          <p:cNvSpPr>
            <a:spLocks noGrp="1" noChangeArrowheads="1"/>
          </p:cNvSpPr>
          <p:nvPr>
            <p:ph type="ftr" sz="quarter" idx="4"/>
          </p:nvPr>
        </p:nvSpPr>
        <p:spPr bwMode="auto">
          <a:xfrm>
            <a:off x="2"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l">
              <a:defRPr sz="1100"/>
            </a:lvl1pPr>
          </a:lstStyle>
          <a:p>
            <a:endParaRPr lang="en-US"/>
          </a:p>
        </p:txBody>
      </p:sp>
      <p:sp>
        <p:nvSpPr>
          <p:cNvPr id="1048716" name="Rectangle 7"/>
          <p:cNvSpPr>
            <a:spLocks noGrp="1" noChangeArrowheads="1"/>
          </p:cNvSpPr>
          <p:nvPr>
            <p:ph type="sldNum" sz="quarter" idx="5"/>
          </p:nvPr>
        </p:nvSpPr>
        <p:spPr bwMode="auto">
          <a:xfrm>
            <a:off x="4021139"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r">
              <a:defRPr sz="1100"/>
            </a:lvl1pPr>
          </a:lstStyle>
          <a:p>
            <a:fld id="{A9A0EA98-5831-4853-B862-C702E6EB345C}" type="slidenum">
              <a:rPr lang="en-US"/>
              <a:t>‹#›</a:t>
            </a:fld>
            <a:endParaRPr lang="en-US"/>
          </a:p>
        </p:txBody>
      </p:sp>
    </p:spTree>
  </p:cSld>
  <p:clrMap accent1="accent1" accent2="accent2" accent3="accent3" accent4="accent4" accent5="accent5" accent6="accent6" bg1="lt1" bg2="lt2" tx1="dk1" tx2="dk2" hlink="hlink" folHlink="folHlink"/>
  <p:notesStyle>
    <a:lvl1pPr algn="l" fontAlgn="base" rtl="0">
      <a:spcBef>
        <a:spcPct val="30000"/>
      </a:spcBef>
      <a:spcAft>
        <a:spcPct val="0"/>
      </a:spcAft>
      <a:defRPr sz="1200" kern="1200">
        <a:solidFill>
          <a:schemeClr val="tx1"/>
        </a:solidFill>
        <a:latin typeface="Arial" charset="0"/>
        <a:ea typeface="+mn-ea"/>
        <a:cs typeface="+mn-cs"/>
      </a:defRPr>
    </a:lvl1pPr>
    <a:lvl2pPr algn="l" fontAlgn="base" marL="457200" rtl="0">
      <a:spcBef>
        <a:spcPct val="30000"/>
      </a:spcBef>
      <a:spcAft>
        <a:spcPct val="0"/>
      </a:spcAft>
      <a:defRPr sz="1200" kern="1200">
        <a:solidFill>
          <a:schemeClr val="tx1"/>
        </a:solidFill>
        <a:latin typeface="Arial" charset="0"/>
        <a:ea typeface="+mn-ea"/>
        <a:cs typeface="+mn-cs"/>
      </a:defRPr>
    </a:lvl2pPr>
    <a:lvl3pPr algn="l" fontAlgn="base" marL="914400" rtl="0">
      <a:spcBef>
        <a:spcPct val="30000"/>
      </a:spcBef>
      <a:spcAft>
        <a:spcPct val="0"/>
      </a:spcAft>
      <a:defRPr sz="1200" kern="1200">
        <a:solidFill>
          <a:schemeClr val="tx1"/>
        </a:solidFill>
        <a:latin typeface="Arial" charset="0"/>
        <a:ea typeface="+mn-ea"/>
        <a:cs typeface="+mn-cs"/>
      </a:defRPr>
    </a:lvl3pPr>
    <a:lvl4pPr algn="l" fontAlgn="base" marL="1371600" rtl="0">
      <a:spcBef>
        <a:spcPct val="30000"/>
      </a:spcBef>
      <a:spcAft>
        <a:spcPct val="0"/>
      </a:spcAft>
      <a:defRPr sz="1200" kern="1200">
        <a:solidFill>
          <a:schemeClr val="tx1"/>
        </a:solidFill>
        <a:latin typeface="Arial" charset="0"/>
        <a:ea typeface="+mn-ea"/>
        <a:cs typeface="+mn-cs"/>
      </a:defRPr>
    </a:lvl4pPr>
    <a:lvl5pPr algn="l" fontAlgn="base" marL="1828800" rtl="0">
      <a:spcBef>
        <a:spcPct val="30000"/>
      </a:spcBef>
      <a:spcAft>
        <a:spcPct val="0"/>
      </a:spcAft>
      <a:defRPr sz="1200" kern="1200">
        <a:solidFill>
          <a:schemeClr val="tx1"/>
        </a:solidFill>
        <a:latin typeface="Arial" charset="0"/>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obj">
  <p:cSld name="Title Slide">
    <p:spTree>
      <p:nvGrpSpPr>
        <p:cNvPr id="17" name=""/>
        <p:cNvGrpSpPr/>
        <p:nvPr/>
      </p:nvGrpSpPr>
      <p:grpSpPr>
        <a:xfrm>
          <a:off x="0" y="0"/>
          <a:ext cx="0" cy="0"/>
          <a:chOff x="0" y="0"/>
          <a:chExt cx="0" cy="0"/>
        </a:xfrm>
      </p:grpSpPr>
      <p:sp>
        <p:nvSpPr>
          <p:cNvPr id="1048591" name="Holder 2"/>
          <p:cNvSpPr>
            <a:spLocks noGrp="1"/>
          </p:cNvSpPr>
          <p:nvPr>
            <p:ph type="ctrTitle"/>
          </p:nvPr>
        </p:nvSpPr>
        <p:spPr>
          <a:xfrm>
            <a:off x="3195574" y="2067305"/>
            <a:ext cx="5800851" cy="518160"/>
          </a:xfrm>
          <a:prstGeom prst="rect"/>
        </p:spPr>
        <p:txBody>
          <a:bodyPr bIns="0" lIns="0" rIns="0" tIns="0" wrap="square">
            <a:spAutoFit/>
          </a:bodyPr>
          <a:lstStyle>
            <a:lvl1pPr>
              <a:defRPr b="0" sz="3200" i="0">
                <a:solidFill>
                  <a:schemeClr val="tx1"/>
                </a:solidFill>
                <a:latin typeface="Trebuchet MS" panose="020B0603020202020204"/>
                <a:cs typeface="Trebuchet MS" panose="020B0603020202020204"/>
              </a:defRPr>
            </a:lvl1pPr>
          </a:lstStyle>
          <a:p/>
        </p:txBody>
      </p:sp>
      <p:sp>
        <p:nvSpPr>
          <p:cNvPr id="1048592" name="Holder 3"/>
          <p:cNvSpPr>
            <a:spLocks noGrp="1"/>
          </p:cNvSpPr>
          <p:nvPr>
            <p:ph type="subTitle" idx="4"/>
          </p:nvPr>
        </p:nvSpPr>
        <p:spPr>
          <a:xfrm>
            <a:off x="1828800" y="3840480"/>
            <a:ext cx="8534400" cy="1714500"/>
          </a:xfrm>
          <a:prstGeom prst="rect"/>
        </p:spPr>
        <p:txBody>
          <a:bodyPr bIns="0" lIns="0" rIns="0" tIns="0" wrap="square">
            <a:spAutoFit/>
          </a:bodyPr>
          <a:p/>
        </p:txBody>
      </p:sp>
      <p:sp>
        <p:nvSpPr>
          <p:cNvPr id="1048593" name="Holder 4"/>
          <p:cNvSpPr>
            <a:spLocks noGrp="1"/>
          </p:cNvSpPr>
          <p:nvPr>
            <p:ph type="ftr" sz="quarter" idx="5"/>
          </p:nvPr>
        </p:nvSpPr>
        <p:spPr/>
        <p:txBody>
          <a:bodyPr bIns="0" lIns="0" rIns="0" tIns="0"/>
          <a:lstStyle>
            <a:lvl1pPr algn="ctr">
              <a:defRPr>
                <a:solidFill>
                  <a:schemeClr val="tx1">
                    <a:tint val="75000"/>
                  </a:schemeClr>
                </a:solidFill>
              </a:defRPr>
            </a:lvl1pPr>
          </a:lstStyle>
          <a:p/>
        </p:txBody>
      </p:sp>
      <p:sp>
        <p:nvSpPr>
          <p:cNvPr id="1048594" name="Holder 5"/>
          <p:cNvSpPr>
            <a:spLocks noGrp="1"/>
          </p:cNvSpPr>
          <p:nvPr>
            <p:ph type="dt" sz="half" idx="6"/>
          </p:nvPr>
        </p:nvSpPr>
        <p:spPr/>
        <p:txBody>
          <a:bodyPr bIns="0" lIns="0" rIns="0" tIns="0"/>
          <a:lstStyle>
            <a:lvl1pPr algn="l">
              <a:defRPr>
                <a:solidFill>
                  <a:schemeClr val="tx1">
                    <a:tint val="75000"/>
                  </a:schemeClr>
                </a:solidFill>
              </a:defRPr>
            </a:lvl1pPr>
          </a:lstStyle>
          <a:p>
            <a:fld id="{1D8BD707-D9CF-40AE-B4C6-C98DA3205C09}" type="datetimeFigureOut">
              <a:rPr lang="en-US"/>
            </a:fld>
            <a:endParaRPr lang="en-US"/>
          </a:p>
        </p:txBody>
      </p:sp>
      <p:sp>
        <p:nvSpPr>
          <p:cNvPr id="1048595" name="Holder 6"/>
          <p:cNvSpPr>
            <a:spLocks noGrp="1"/>
          </p:cNvSpPr>
          <p:nvPr>
            <p:ph type="sldNum" sz="quarter" idx="7"/>
          </p:nvPr>
        </p:nvSpPr>
        <p:spPr/>
        <p:txBody>
          <a:bodyPr bIns="0" lIns="0" rIns="0" tIns="0"/>
          <a:lstStyle>
            <a:lvl1pPr>
              <a:defRPr b="0" sz="1100" i="0">
                <a:solidFill>
                  <a:srgbClr val="2D936B"/>
                </a:solidFill>
                <a:latin typeface="Trebuchet MS" panose="020B0603020202020204"/>
                <a:cs typeface="Trebuchet MS" panose="020B0603020202020204"/>
              </a:defRPr>
            </a:lvl1pPr>
          </a:lstStyle>
          <a:p>
            <a:pPr marL="38100">
              <a:lnSpc>
                <a:spcPct val="100000"/>
              </a:lnSpc>
              <a:spcBef>
                <a:spcPts val="55"/>
              </a:spcBef>
            </a:pPr>
            <a:fld id="{81D60167-4931-47E6-BA6A-407CBD079E47}" type="slidenum">
              <a:rPr dirty="0" spc="10"/>
            </a:fld>
            <a:endParaRPr dirty="0" spc="1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43" name=""/>
        <p:cNvGrpSpPr/>
        <p:nvPr/>
      </p:nvGrpSpPr>
      <p:grpSpPr>
        <a:xfrm>
          <a:off x="0" y="0"/>
          <a:ext cx="0" cy="0"/>
          <a:chOff x="0" y="0"/>
          <a:chExt cx="0" cy="0"/>
        </a:xfrm>
      </p:grpSpPr>
      <p:sp>
        <p:nvSpPr>
          <p:cNvPr id="1048703" name="Holder 2"/>
          <p:cNvSpPr>
            <a:spLocks noGrp="1"/>
          </p:cNvSpPr>
          <p:nvPr>
            <p:ph type="title"/>
          </p:nvPr>
        </p:nvSpPr>
        <p:spPr/>
        <p:txBody>
          <a:bodyPr bIns="0" lIns="0" rIns="0" tIns="0"/>
          <a:lstStyle>
            <a:lvl1pPr>
              <a:defRPr b="1" sz="4800" i="0">
                <a:solidFill>
                  <a:schemeClr val="tx1"/>
                </a:solidFill>
                <a:latin typeface="Trebuchet MS" panose="020B0603020202020204"/>
                <a:cs typeface="Trebuchet MS" panose="020B0603020202020204"/>
              </a:defRPr>
            </a:lvl1pPr>
          </a:lstStyle>
          <a:p/>
        </p:txBody>
      </p:sp>
      <p:sp>
        <p:nvSpPr>
          <p:cNvPr id="1048704" name="Holder 3"/>
          <p:cNvSpPr>
            <a:spLocks noGrp="1"/>
          </p:cNvSpPr>
          <p:nvPr>
            <p:ph type="body" idx="1"/>
          </p:nvPr>
        </p:nvSpPr>
        <p:spPr/>
        <p:txBody>
          <a:bodyPr bIns="0" lIns="0" rIns="0" tIns="0"/>
          <a:p/>
        </p:txBody>
      </p:sp>
      <p:sp>
        <p:nvSpPr>
          <p:cNvPr id="1048705" name="Holder 4"/>
          <p:cNvSpPr>
            <a:spLocks noGrp="1"/>
          </p:cNvSpPr>
          <p:nvPr>
            <p:ph type="ftr" sz="quarter" idx="5"/>
          </p:nvPr>
        </p:nvSpPr>
        <p:spPr/>
        <p:txBody>
          <a:bodyPr bIns="0" lIns="0" rIns="0" tIns="0"/>
          <a:lstStyle>
            <a:lvl1pPr algn="ctr">
              <a:defRPr>
                <a:solidFill>
                  <a:schemeClr val="tx1">
                    <a:tint val="75000"/>
                  </a:schemeClr>
                </a:solidFill>
              </a:defRPr>
            </a:lvl1pPr>
          </a:lstStyle>
          <a:p/>
        </p:txBody>
      </p:sp>
      <p:sp>
        <p:nvSpPr>
          <p:cNvPr id="1048706" name="Holder 5"/>
          <p:cNvSpPr>
            <a:spLocks noGrp="1"/>
          </p:cNvSpPr>
          <p:nvPr>
            <p:ph type="dt" sz="half" idx="6"/>
          </p:nvPr>
        </p:nvSpPr>
        <p:spPr/>
        <p:txBody>
          <a:bodyPr bIns="0" lIns="0" rIns="0" tIns="0"/>
          <a:lstStyle>
            <a:lvl1pPr algn="l">
              <a:defRPr>
                <a:solidFill>
                  <a:schemeClr val="tx1">
                    <a:tint val="75000"/>
                  </a:schemeClr>
                </a:solidFill>
              </a:defRPr>
            </a:lvl1pPr>
          </a:lstStyle>
          <a:p>
            <a:fld id="{1D8BD707-D9CF-40AE-B4C6-C98DA3205C09}" type="datetimeFigureOut">
              <a:rPr lang="en-US"/>
            </a:fld>
            <a:endParaRPr lang="en-US"/>
          </a:p>
        </p:txBody>
      </p:sp>
      <p:sp>
        <p:nvSpPr>
          <p:cNvPr id="1048707" name="Holder 6"/>
          <p:cNvSpPr>
            <a:spLocks noGrp="1"/>
          </p:cNvSpPr>
          <p:nvPr>
            <p:ph type="sldNum" sz="quarter" idx="7"/>
          </p:nvPr>
        </p:nvSpPr>
        <p:spPr/>
        <p:txBody>
          <a:bodyPr bIns="0" lIns="0" rIns="0" tIns="0"/>
          <a:lstStyle>
            <a:lvl1pPr>
              <a:defRPr b="0" sz="1100" i="0">
                <a:solidFill>
                  <a:srgbClr val="2D936B"/>
                </a:solidFill>
                <a:latin typeface="Trebuchet MS" panose="020B0603020202020204"/>
                <a:cs typeface="Trebuchet MS" panose="020B0603020202020204"/>
              </a:defRPr>
            </a:lvl1pPr>
          </a:lstStyle>
          <a:p>
            <a:pPr marL="38100">
              <a:lnSpc>
                <a:spcPct val="100000"/>
              </a:lnSpc>
              <a:spcBef>
                <a:spcPts val="55"/>
              </a:spcBef>
            </a:pPr>
            <a:fld id="{81D60167-4931-47E6-BA6A-407CBD079E47}" type="slidenum">
              <a:rPr dirty="0" spc="10"/>
            </a:fld>
            <a:endParaRPr dirty="0" spc="1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obj">
  <p:cSld name="Two Content">
    <p:spTree>
      <p:nvGrpSpPr>
        <p:cNvPr id="39" name=""/>
        <p:cNvGrpSpPr/>
        <p:nvPr/>
      </p:nvGrpSpPr>
      <p:grpSpPr>
        <a:xfrm>
          <a:off x="0" y="0"/>
          <a:ext cx="0" cy="0"/>
          <a:chOff x="0" y="0"/>
          <a:chExt cx="0" cy="0"/>
        </a:xfrm>
      </p:grpSpPr>
      <p:sp>
        <p:nvSpPr>
          <p:cNvPr id="1048687" name="Holder 2"/>
          <p:cNvSpPr>
            <a:spLocks noGrp="1"/>
          </p:cNvSpPr>
          <p:nvPr>
            <p:ph type="title"/>
          </p:nvPr>
        </p:nvSpPr>
        <p:spPr/>
        <p:txBody>
          <a:bodyPr bIns="0" lIns="0" rIns="0" tIns="0"/>
          <a:lstStyle>
            <a:lvl1pPr>
              <a:defRPr b="1" sz="4800" i="0">
                <a:solidFill>
                  <a:schemeClr val="tx1"/>
                </a:solidFill>
                <a:latin typeface="Trebuchet MS" panose="020B0603020202020204"/>
                <a:cs typeface="Trebuchet MS" panose="020B0603020202020204"/>
              </a:defRPr>
            </a:lvl1pPr>
          </a:lstStyle>
          <a:p/>
        </p:txBody>
      </p:sp>
      <p:sp>
        <p:nvSpPr>
          <p:cNvPr id="1048688" name="Holder 3"/>
          <p:cNvSpPr>
            <a:spLocks noGrp="1"/>
          </p:cNvSpPr>
          <p:nvPr>
            <p:ph sz="half" idx="2"/>
          </p:nvPr>
        </p:nvSpPr>
        <p:spPr>
          <a:xfrm>
            <a:off x="609600" y="1577340"/>
            <a:ext cx="5303520" cy="4526280"/>
          </a:xfrm>
          <a:prstGeom prst="rect"/>
        </p:spPr>
        <p:txBody>
          <a:bodyPr bIns="0" lIns="0" rIns="0" tIns="0" wrap="square">
            <a:spAutoFit/>
          </a:bodyPr>
          <a:p/>
        </p:txBody>
      </p:sp>
      <p:sp>
        <p:nvSpPr>
          <p:cNvPr id="1048689" name="Holder 4"/>
          <p:cNvSpPr>
            <a:spLocks noGrp="1"/>
          </p:cNvSpPr>
          <p:nvPr>
            <p:ph sz="half" idx="3"/>
          </p:nvPr>
        </p:nvSpPr>
        <p:spPr>
          <a:xfrm>
            <a:off x="6278880" y="1577340"/>
            <a:ext cx="5303520" cy="4526280"/>
          </a:xfrm>
          <a:prstGeom prst="rect"/>
        </p:spPr>
        <p:txBody>
          <a:bodyPr bIns="0" lIns="0" rIns="0" tIns="0" wrap="square">
            <a:spAutoFit/>
          </a:bodyPr>
          <a:p/>
        </p:txBody>
      </p:sp>
      <p:sp>
        <p:nvSpPr>
          <p:cNvPr id="1048690" name="Holder 5"/>
          <p:cNvSpPr>
            <a:spLocks noGrp="1"/>
          </p:cNvSpPr>
          <p:nvPr>
            <p:ph type="ftr" sz="quarter" idx="5"/>
          </p:nvPr>
        </p:nvSpPr>
        <p:spPr/>
        <p:txBody>
          <a:bodyPr bIns="0" lIns="0" rIns="0" tIns="0"/>
          <a:lstStyle>
            <a:lvl1pPr algn="ctr">
              <a:defRPr>
                <a:solidFill>
                  <a:schemeClr val="tx1">
                    <a:tint val="75000"/>
                  </a:schemeClr>
                </a:solidFill>
              </a:defRPr>
            </a:lvl1pPr>
          </a:lstStyle>
          <a:p/>
        </p:txBody>
      </p:sp>
      <p:sp>
        <p:nvSpPr>
          <p:cNvPr id="1048691" name="Holder 6"/>
          <p:cNvSpPr>
            <a:spLocks noGrp="1"/>
          </p:cNvSpPr>
          <p:nvPr>
            <p:ph type="dt" sz="half" idx="6"/>
          </p:nvPr>
        </p:nvSpPr>
        <p:spPr/>
        <p:txBody>
          <a:bodyPr bIns="0" lIns="0" rIns="0" tIns="0"/>
          <a:lstStyle>
            <a:lvl1pPr algn="l">
              <a:defRPr>
                <a:solidFill>
                  <a:schemeClr val="tx1">
                    <a:tint val="75000"/>
                  </a:schemeClr>
                </a:solidFill>
              </a:defRPr>
            </a:lvl1pPr>
          </a:lstStyle>
          <a:p>
            <a:fld id="{1D8BD707-D9CF-40AE-B4C6-C98DA3205C09}" type="datetimeFigureOut">
              <a:rPr lang="en-US"/>
            </a:fld>
            <a:endParaRPr lang="en-US"/>
          </a:p>
        </p:txBody>
      </p:sp>
      <p:sp>
        <p:nvSpPr>
          <p:cNvPr id="1048692" name="Holder 7"/>
          <p:cNvSpPr>
            <a:spLocks noGrp="1"/>
          </p:cNvSpPr>
          <p:nvPr>
            <p:ph type="sldNum" sz="quarter" idx="7"/>
          </p:nvPr>
        </p:nvSpPr>
        <p:spPr/>
        <p:txBody>
          <a:bodyPr bIns="0" lIns="0" rIns="0" tIns="0"/>
          <a:lstStyle>
            <a:lvl1pPr>
              <a:defRPr b="0" sz="1100" i="0">
                <a:solidFill>
                  <a:srgbClr val="2D936B"/>
                </a:solidFill>
                <a:latin typeface="Trebuchet MS" panose="020B0603020202020204"/>
                <a:cs typeface="Trebuchet MS" panose="020B0603020202020204"/>
              </a:defRPr>
            </a:lvl1pPr>
          </a:lstStyle>
          <a:p>
            <a:pPr marL="38100">
              <a:lnSpc>
                <a:spcPct val="100000"/>
              </a:lnSpc>
              <a:spcBef>
                <a:spcPts val="55"/>
              </a:spcBef>
            </a:pPr>
            <a:fld id="{81D60167-4931-47E6-BA6A-407CBD079E47}" type="slidenum">
              <a:rPr dirty="0" spc="10"/>
            </a:fld>
            <a:endParaRPr dirty="0" spc="1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obj">
  <p:cSld name="Title Only">
    <p:spTree>
      <p:nvGrpSpPr>
        <p:cNvPr id="23" name=""/>
        <p:cNvGrpSpPr/>
        <p:nvPr/>
      </p:nvGrpSpPr>
      <p:grpSpPr>
        <a:xfrm>
          <a:off x="0" y="0"/>
          <a:ext cx="0" cy="0"/>
          <a:chOff x="0" y="0"/>
          <a:chExt cx="0" cy="0"/>
        </a:xfrm>
      </p:grpSpPr>
      <p:sp>
        <p:nvSpPr>
          <p:cNvPr id="1048604" name="Holder 2"/>
          <p:cNvSpPr>
            <a:spLocks noGrp="1"/>
          </p:cNvSpPr>
          <p:nvPr>
            <p:ph type="title"/>
          </p:nvPr>
        </p:nvSpPr>
        <p:spPr/>
        <p:txBody>
          <a:bodyPr bIns="0" lIns="0" rIns="0" tIns="0"/>
          <a:lstStyle>
            <a:lvl1pPr>
              <a:defRPr b="1" sz="4800" i="0">
                <a:solidFill>
                  <a:schemeClr val="tx1"/>
                </a:solidFill>
                <a:latin typeface="Trebuchet MS" panose="020B0603020202020204"/>
                <a:cs typeface="Trebuchet MS" panose="020B0603020202020204"/>
              </a:defRPr>
            </a:lvl1pPr>
          </a:lstStyle>
          <a:p/>
        </p:txBody>
      </p:sp>
      <p:sp>
        <p:nvSpPr>
          <p:cNvPr id="1048605" name="Holder 3"/>
          <p:cNvSpPr>
            <a:spLocks noGrp="1"/>
          </p:cNvSpPr>
          <p:nvPr>
            <p:ph type="ftr" sz="quarter" idx="5"/>
          </p:nvPr>
        </p:nvSpPr>
        <p:spPr/>
        <p:txBody>
          <a:bodyPr bIns="0" lIns="0" rIns="0" tIns="0"/>
          <a:lstStyle>
            <a:lvl1pPr algn="ctr">
              <a:defRPr>
                <a:solidFill>
                  <a:schemeClr val="tx1">
                    <a:tint val="75000"/>
                  </a:schemeClr>
                </a:solidFill>
              </a:defRPr>
            </a:lvl1pPr>
          </a:lstStyle>
          <a:p/>
        </p:txBody>
      </p:sp>
      <p:sp>
        <p:nvSpPr>
          <p:cNvPr id="1048606" name="Holder 4"/>
          <p:cNvSpPr>
            <a:spLocks noGrp="1"/>
          </p:cNvSpPr>
          <p:nvPr>
            <p:ph type="dt" sz="half" idx="6"/>
          </p:nvPr>
        </p:nvSpPr>
        <p:spPr/>
        <p:txBody>
          <a:bodyPr bIns="0" lIns="0" rIns="0" tIns="0"/>
          <a:lstStyle>
            <a:lvl1pPr algn="l">
              <a:defRPr>
                <a:solidFill>
                  <a:schemeClr val="tx1">
                    <a:tint val="75000"/>
                  </a:schemeClr>
                </a:solidFill>
              </a:defRPr>
            </a:lvl1pPr>
          </a:lstStyle>
          <a:p>
            <a:fld id="{1D8BD707-D9CF-40AE-B4C6-C98DA3205C09}" type="datetimeFigureOut">
              <a:rPr lang="en-US"/>
            </a:fld>
            <a:endParaRPr lang="en-US"/>
          </a:p>
        </p:txBody>
      </p:sp>
      <p:sp>
        <p:nvSpPr>
          <p:cNvPr id="1048607" name="Holder 5"/>
          <p:cNvSpPr>
            <a:spLocks noGrp="1"/>
          </p:cNvSpPr>
          <p:nvPr>
            <p:ph type="sldNum" sz="quarter" idx="7"/>
          </p:nvPr>
        </p:nvSpPr>
        <p:spPr/>
        <p:txBody>
          <a:bodyPr bIns="0" lIns="0" rIns="0" tIns="0"/>
          <a:lstStyle>
            <a:lvl1pPr>
              <a:defRPr b="0" sz="1100" i="0">
                <a:solidFill>
                  <a:srgbClr val="2D936B"/>
                </a:solidFill>
                <a:latin typeface="Trebuchet MS" panose="020B0603020202020204"/>
                <a:cs typeface="Trebuchet MS" panose="020B0603020202020204"/>
              </a:defRPr>
            </a:lvl1pPr>
          </a:lstStyle>
          <a:p>
            <a:pPr marL="38100">
              <a:lnSpc>
                <a:spcPct val="100000"/>
              </a:lnSpc>
              <a:spcBef>
                <a:spcPts val="55"/>
              </a:spcBef>
            </a:pPr>
            <a:fld id="{81D60167-4931-47E6-BA6A-407CBD079E47}" type="slidenum">
              <a:rPr dirty="0" spc="10"/>
            </a:fld>
            <a:endParaRPr dirty="0" spc="1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obj">
  <p:cSld name="Blank">
    <p:spTree>
      <p:nvGrpSpPr>
        <p:cNvPr id="44" name=""/>
        <p:cNvGrpSpPr/>
        <p:nvPr/>
      </p:nvGrpSpPr>
      <p:grpSpPr>
        <a:xfrm>
          <a:off x="0" y="0"/>
          <a:ext cx="0" cy="0"/>
          <a:chOff x="0" y="0"/>
          <a:chExt cx="0" cy="0"/>
        </a:xfrm>
      </p:grpSpPr>
      <p:sp>
        <p:nvSpPr>
          <p:cNvPr id="1048708" name="Holder 2"/>
          <p:cNvSpPr>
            <a:spLocks noGrp="1"/>
          </p:cNvSpPr>
          <p:nvPr>
            <p:ph type="ftr" sz="quarter" idx="5"/>
          </p:nvPr>
        </p:nvSpPr>
        <p:spPr/>
        <p:txBody>
          <a:bodyPr bIns="0" lIns="0" rIns="0" tIns="0"/>
          <a:lstStyle>
            <a:lvl1pPr algn="ctr">
              <a:defRPr>
                <a:solidFill>
                  <a:schemeClr val="tx1">
                    <a:tint val="75000"/>
                  </a:schemeClr>
                </a:solidFill>
              </a:defRPr>
            </a:lvl1pPr>
          </a:lstStyle>
          <a:p/>
        </p:txBody>
      </p:sp>
      <p:sp>
        <p:nvSpPr>
          <p:cNvPr id="1048709" name="Holder 3"/>
          <p:cNvSpPr>
            <a:spLocks noGrp="1"/>
          </p:cNvSpPr>
          <p:nvPr>
            <p:ph type="dt" sz="half" idx="6"/>
          </p:nvPr>
        </p:nvSpPr>
        <p:spPr/>
        <p:txBody>
          <a:bodyPr bIns="0" lIns="0" rIns="0" tIns="0"/>
          <a:lstStyle>
            <a:lvl1pPr algn="l">
              <a:defRPr>
                <a:solidFill>
                  <a:schemeClr val="tx1">
                    <a:tint val="75000"/>
                  </a:schemeClr>
                </a:solidFill>
              </a:defRPr>
            </a:lvl1pPr>
          </a:lstStyle>
          <a:p>
            <a:fld id="{1D8BD707-D9CF-40AE-B4C6-C98DA3205C09}" type="datetimeFigureOut">
              <a:rPr lang="en-US"/>
            </a:fld>
            <a:endParaRPr lang="en-US"/>
          </a:p>
        </p:txBody>
      </p:sp>
      <p:sp>
        <p:nvSpPr>
          <p:cNvPr id="1048710" name="Holder 4"/>
          <p:cNvSpPr>
            <a:spLocks noGrp="1"/>
          </p:cNvSpPr>
          <p:nvPr>
            <p:ph type="sldNum" sz="quarter" idx="7"/>
          </p:nvPr>
        </p:nvSpPr>
        <p:spPr/>
        <p:txBody>
          <a:bodyPr bIns="0" lIns="0" rIns="0" tIns="0"/>
          <a:lstStyle>
            <a:lvl1pPr>
              <a:defRPr b="0" sz="1100" i="0">
                <a:solidFill>
                  <a:srgbClr val="2D936B"/>
                </a:solidFill>
                <a:latin typeface="Trebuchet MS" panose="020B0603020202020204"/>
                <a:cs typeface="Trebuchet MS" panose="020B0603020202020204"/>
              </a:defRPr>
            </a:lvl1pPr>
          </a:lstStyle>
          <a:p>
            <a:pPr marL="38100">
              <a:lnSpc>
                <a:spcPct val="100000"/>
              </a:lnSpc>
              <a:spcBef>
                <a:spcPts val="55"/>
              </a:spcBef>
            </a:pPr>
            <a:fld id="{81D60167-4931-47E6-BA6A-407CBD079E47}" type="slidenum">
              <a:rPr dirty="0" spc="10"/>
            </a:fld>
            <a:endParaRPr dirty="0" spc="1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1" name=""/>
        <p:cNvGrpSpPr/>
        <p:nvPr/>
      </p:nvGrpSpPr>
      <p:grpSpPr>
        <a:xfrm>
          <a:off x="0" y="0"/>
          <a:ext cx="0" cy="0"/>
          <a:chOff x="0" y="0"/>
          <a:chExt cx="0" cy="0"/>
        </a:xfrm>
      </p:grpSpPr>
      <p:sp>
        <p:nvSpPr>
          <p:cNvPr id="1048576" name="bg object 16"/>
          <p:cNvSpPr/>
          <p:nvPr/>
        </p:nvSpPr>
        <p:spPr>
          <a:xfrm>
            <a:off x="9377426" y="4825"/>
            <a:ext cx="1218565" cy="6853555"/>
          </a:xfrm>
          <a:custGeom>
            <a:avLst/>
            <a:ahLst/>
            <a:rect l="l" t="t" r="r" b="b"/>
            <a:pathLst>
              <a:path w="1218565" h="6853555">
                <a:moveTo>
                  <a:pt x="0" y="0"/>
                </a:moveTo>
                <a:lnTo>
                  <a:pt x="1218352" y="6853171"/>
                </a:lnTo>
              </a:path>
            </a:pathLst>
          </a:custGeom>
          <a:ln w="9525">
            <a:solidFill>
              <a:srgbClr val="5FCAEE"/>
            </a:solidFill>
          </a:ln>
        </p:spPr>
        <p:txBody>
          <a:bodyPr bIns="0" lIns="0" rIns="0" rtlCol="0" tIns="0" wrap="square"/>
          <a:p/>
        </p:txBody>
      </p:sp>
      <p:sp>
        <p:nvSpPr>
          <p:cNvPr id="1048577" name="bg object 17"/>
          <p:cNvSpPr/>
          <p:nvPr/>
        </p:nvSpPr>
        <p:spPr>
          <a:xfrm>
            <a:off x="7448612" y="3694896"/>
            <a:ext cx="4743450" cy="3163570"/>
          </a:xfrm>
          <a:custGeom>
            <a:avLst/>
            <a:ahLst/>
            <a:rect l="l" t="t" r="r" b="b"/>
            <a:pathLst>
              <a:path w="4743450" h="3163570">
                <a:moveTo>
                  <a:pt x="4743387" y="0"/>
                </a:moveTo>
                <a:lnTo>
                  <a:pt x="0" y="3163101"/>
                </a:lnTo>
              </a:path>
            </a:pathLst>
          </a:custGeom>
          <a:ln w="9525">
            <a:solidFill>
              <a:srgbClr val="5FCAEE"/>
            </a:solidFill>
          </a:ln>
        </p:spPr>
        <p:txBody>
          <a:bodyPr bIns="0" lIns="0" rIns="0" rtlCol="0" tIns="0" wrap="square"/>
          <a:p/>
        </p:txBody>
      </p:sp>
      <p:sp>
        <p:nvSpPr>
          <p:cNvPr id="1048578" name="bg object 18"/>
          <p:cNvSpPr/>
          <p:nvPr/>
        </p:nvSpPr>
        <p:spPr>
          <a:xfrm>
            <a:off x="9182100" y="0"/>
            <a:ext cx="3009900" cy="6858000"/>
          </a:xfrm>
          <a:custGeom>
            <a:avLst/>
            <a:ahLst/>
            <a:rect l="l" t="t" r="r" b="b"/>
            <a:pathLst>
              <a:path w="3009900" h="6858000">
                <a:moveTo>
                  <a:pt x="3009899" y="0"/>
                </a:moveTo>
                <a:lnTo>
                  <a:pt x="2044399" y="0"/>
                </a:lnTo>
                <a:lnTo>
                  <a:pt x="0" y="6857996"/>
                </a:lnTo>
                <a:lnTo>
                  <a:pt x="3009899" y="6857996"/>
                </a:lnTo>
                <a:lnTo>
                  <a:pt x="3009899" y="0"/>
                </a:lnTo>
                <a:close/>
              </a:path>
            </a:pathLst>
          </a:custGeom>
          <a:solidFill>
            <a:srgbClr val="5FCAEE">
              <a:alpha val="36077"/>
            </a:srgbClr>
          </a:solidFill>
        </p:spPr>
        <p:txBody>
          <a:bodyPr bIns="0" lIns="0" rIns="0" rtlCol="0" tIns="0" wrap="square"/>
          <a:p/>
        </p:txBody>
      </p:sp>
      <p:sp>
        <p:nvSpPr>
          <p:cNvPr id="1048579" name="bg object 19"/>
          <p:cNvSpPr/>
          <p:nvPr/>
        </p:nvSpPr>
        <p:spPr>
          <a:xfrm>
            <a:off x="9602878" y="0"/>
            <a:ext cx="2589530" cy="6858000"/>
          </a:xfrm>
          <a:custGeom>
            <a:avLst/>
            <a:ahLst/>
            <a:rect l="l" t="t" r="r" b="b"/>
            <a:pathLst>
              <a:path w="2589529" h="6858000">
                <a:moveTo>
                  <a:pt x="2589120" y="0"/>
                </a:moveTo>
                <a:lnTo>
                  <a:pt x="0" y="0"/>
                </a:lnTo>
                <a:lnTo>
                  <a:pt x="1208884" y="6857996"/>
                </a:lnTo>
                <a:lnTo>
                  <a:pt x="2589120" y="6857996"/>
                </a:lnTo>
                <a:lnTo>
                  <a:pt x="2589120" y="0"/>
                </a:lnTo>
                <a:close/>
              </a:path>
            </a:pathLst>
          </a:custGeom>
          <a:solidFill>
            <a:srgbClr val="5FCAEE">
              <a:alpha val="19999"/>
            </a:srgbClr>
          </a:solidFill>
        </p:spPr>
        <p:txBody>
          <a:bodyPr bIns="0" lIns="0" rIns="0" rtlCol="0" tIns="0" wrap="square"/>
          <a:p/>
        </p:txBody>
      </p:sp>
      <p:sp>
        <p:nvSpPr>
          <p:cNvPr id="1048580" name="bg object 20"/>
          <p:cNvSpPr/>
          <p:nvPr/>
        </p:nvSpPr>
        <p:spPr>
          <a:xfrm>
            <a:off x="8934450" y="3048000"/>
            <a:ext cx="3257550" cy="3810000"/>
          </a:xfrm>
          <a:custGeom>
            <a:avLst/>
            <a:ah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bIns="0" lIns="0" rIns="0" rtlCol="0" tIns="0" wrap="square"/>
          <a:p/>
        </p:txBody>
      </p:sp>
      <p:sp>
        <p:nvSpPr>
          <p:cNvPr id="1048581" name="bg object 21"/>
          <p:cNvSpPr/>
          <p:nvPr/>
        </p:nvSpPr>
        <p:spPr>
          <a:xfrm>
            <a:off x="9337930" y="0"/>
            <a:ext cx="2854325" cy="6858000"/>
          </a:xfrm>
          <a:custGeom>
            <a:avLst/>
            <a:ahLst/>
            <a:rect l="l" t="t" r="r" b="b"/>
            <a:pathLst>
              <a:path w="2854325" h="6858000">
                <a:moveTo>
                  <a:pt x="2854069" y="0"/>
                </a:moveTo>
                <a:lnTo>
                  <a:pt x="0" y="0"/>
                </a:lnTo>
                <a:lnTo>
                  <a:pt x="2470020" y="6857996"/>
                </a:lnTo>
                <a:lnTo>
                  <a:pt x="2854069" y="6857996"/>
                </a:lnTo>
                <a:lnTo>
                  <a:pt x="2854069" y="0"/>
                </a:lnTo>
                <a:close/>
              </a:path>
            </a:pathLst>
          </a:custGeom>
          <a:solidFill>
            <a:srgbClr val="17AFE3">
              <a:alpha val="50195"/>
            </a:srgbClr>
          </a:solidFill>
        </p:spPr>
        <p:txBody>
          <a:bodyPr bIns="0" lIns="0" rIns="0" rtlCol="0" tIns="0" wrap="square"/>
          <a:p/>
        </p:txBody>
      </p:sp>
      <p:sp>
        <p:nvSpPr>
          <p:cNvPr id="1048582" name="bg object 22"/>
          <p:cNvSpPr/>
          <p:nvPr/>
        </p:nvSpPr>
        <p:spPr>
          <a:xfrm>
            <a:off x="10896600" y="0"/>
            <a:ext cx="1295400" cy="6858000"/>
          </a:xfrm>
          <a:custGeom>
            <a:avLst/>
            <a:ahLst/>
            <a:rect l="l" t="t" r="r" b="b"/>
            <a:pathLst>
              <a:path w="1295400" h="6858000">
                <a:moveTo>
                  <a:pt x="1295399" y="0"/>
                </a:moveTo>
                <a:lnTo>
                  <a:pt x="1022453" y="0"/>
                </a:lnTo>
                <a:lnTo>
                  <a:pt x="0" y="6857996"/>
                </a:lnTo>
                <a:lnTo>
                  <a:pt x="1295399" y="6857996"/>
                </a:lnTo>
                <a:lnTo>
                  <a:pt x="1295399" y="0"/>
                </a:lnTo>
                <a:close/>
              </a:path>
            </a:pathLst>
          </a:custGeom>
          <a:solidFill>
            <a:srgbClr val="2D83C3">
              <a:alpha val="70195"/>
            </a:srgbClr>
          </a:solidFill>
        </p:spPr>
        <p:txBody>
          <a:bodyPr bIns="0" lIns="0" rIns="0" rtlCol="0" tIns="0" wrap="square"/>
          <a:p/>
        </p:txBody>
      </p:sp>
      <p:sp>
        <p:nvSpPr>
          <p:cNvPr id="1048583" name="bg object 23"/>
          <p:cNvSpPr/>
          <p:nvPr/>
        </p:nvSpPr>
        <p:spPr>
          <a:xfrm>
            <a:off x="10936247" y="0"/>
            <a:ext cx="1256030" cy="6858000"/>
          </a:xfrm>
          <a:custGeom>
            <a:avLst/>
            <a:ahLst/>
            <a:rect l="l" t="t" r="r" b="b"/>
            <a:pathLst>
              <a:path w="1256029" h="6858000">
                <a:moveTo>
                  <a:pt x="1255752" y="0"/>
                </a:moveTo>
                <a:lnTo>
                  <a:pt x="0" y="0"/>
                </a:lnTo>
                <a:lnTo>
                  <a:pt x="1114527" y="6857996"/>
                </a:lnTo>
                <a:lnTo>
                  <a:pt x="1255752" y="6857996"/>
                </a:lnTo>
                <a:lnTo>
                  <a:pt x="1255752" y="0"/>
                </a:lnTo>
                <a:close/>
              </a:path>
            </a:pathLst>
          </a:custGeom>
          <a:solidFill>
            <a:srgbClr val="226192">
              <a:alpha val="79998"/>
            </a:srgbClr>
          </a:solidFill>
        </p:spPr>
        <p:txBody>
          <a:bodyPr bIns="0" lIns="0" rIns="0" rtlCol="0" tIns="0" wrap="square"/>
          <a:p/>
        </p:txBody>
      </p:sp>
      <p:sp>
        <p:nvSpPr>
          <p:cNvPr id="1048584" name="bg object 24"/>
          <p:cNvSpPr/>
          <p:nvPr/>
        </p:nvSpPr>
        <p:spPr>
          <a:xfrm>
            <a:off x="10372725" y="3590925"/>
            <a:ext cx="1819275" cy="3267075"/>
          </a:xfrm>
          <a:custGeom>
            <a:avLst/>
            <a:ah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bIns="0" lIns="0" rIns="0" rtlCol="0" tIns="0" wrap="square"/>
          <a:p/>
        </p:txBody>
      </p:sp>
      <p:sp>
        <p:nvSpPr>
          <p:cNvPr id="1048585" name="bg object 25"/>
          <p:cNvSpPr/>
          <p:nvPr/>
        </p:nvSpPr>
        <p:spPr>
          <a:xfrm>
            <a:off x="0" y="4010025"/>
            <a:ext cx="447675" cy="2847975"/>
          </a:xfrm>
          <a:custGeom>
            <a:avLst/>
            <a:ah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bIns="0" lIns="0" rIns="0" rtlCol="0" tIns="0" wrap="square"/>
          <a:p/>
        </p:txBody>
      </p:sp>
      <p:sp>
        <p:nvSpPr>
          <p:cNvPr id="1048586" name="Holder 2"/>
          <p:cNvSpPr>
            <a:spLocks noGrp="1"/>
          </p:cNvSpPr>
          <p:nvPr>
            <p:ph type="title"/>
          </p:nvPr>
        </p:nvSpPr>
        <p:spPr>
          <a:xfrm>
            <a:off x="755332" y="385444"/>
            <a:ext cx="10681335" cy="758190"/>
          </a:xfrm>
          <a:prstGeom prst="rect"/>
        </p:spPr>
        <p:txBody>
          <a:bodyPr bIns="0" lIns="0" rIns="0" tIns="0" wrap="square">
            <a:spAutoFit/>
          </a:bodyPr>
          <a:lstStyle>
            <a:lvl1pPr>
              <a:defRPr b="1" sz="4800" i="0">
                <a:solidFill>
                  <a:schemeClr val="tx1"/>
                </a:solidFill>
                <a:latin typeface="Trebuchet MS" panose="020B0603020202020204"/>
                <a:cs typeface="Trebuchet MS" panose="020B0603020202020204"/>
              </a:defRPr>
            </a:lvl1pPr>
          </a:lstStyle>
          <a:p/>
        </p:txBody>
      </p:sp>
      <p:sp>
        <p:nvSpPr>
          <p:cNvPr id="1048587" name="Holder 3"/>
          <p:cNvSpPr>
            <a:spLocks noGrp="1"/>
          </p:cNvSpPr>
          <p:nvPr>
            <p:ph type="body" idx="1"/>
          </p:nvPr>
        </p:nvSpPr>
        <p:spPr>
          <a:xfrm>
            <a:off x="609600" y="1577340"/>
            <a:ext cx="10972800" cy="4526280"/>
          </a:xfrm>
          <a:prstGeom prst="rect"/>
        </p:spPr>
        <p:txBody>
          <a:bodyPr bIns="0" lIns="0" rIns="0" tIns="0" wrap="square">
            <a:spAutoFit/>
          </a:bodyPr>
          <a:p/>
        </p:txBody>
      </p:sp>
      <p:sp>
        <p:nvSpPr>
          <p:cNvPr id="1048588" name="Holder 4"/>
          <p:cNvSpPr>
            <a:spLocks noGrp="1"/>
          </p:cNvSpPr>
          <p:nvPr>
            <p:ph type="ftr" sz="quarter" idx="5"/>
          </p:nvPr>
        </p:nvSpPr>
        <p:spPr>
          <a:xfrm>
            <a:off x="4145280" y="6377940"/>
            <a:ext cx="3901440" cy="342900"/>
          </a:xfrm>
          <a:prstGeom prst="rect"/>
        </p:spPr>
        <p:txBody>
          <a:bodyPr bIns="0" lIns="0" rIns="0" tIns="0" wrap="square">
            <a:spAutoFit/>
          </a:bodyPr>
          <a:lstStyle>
            <a:lvl1pPr algn="ctr">
              <a:defRPr>
                <a:solidFill>
                  <a:schemeClr val="tx1">
                    <a:tint val="75000"/>
                  </a:schemeClr>
                </a:solidFill>
              </a:defRPr>
            </a:lvl1pPr>
          </a:lstStyle>
          <a:p/>
        </p:txBody>
      </p:sp>
      <p:sp>
        <p:nvSpPr>
          <p:cNvPr id="1048589" name="Holder 5"/>
          <p:cNvSpPr>
            <a:spLocks noGrp="1"/>
          </p:cNvSpPr>
          <p:nvPr>
            <p:ph type="dt" sz="half" idx="6"/>
          </p:nvPr>
        </p:nvSpPr>
        <p:spPr>
          <a:xfrm>
            <a:off x="609600" y="6377940"/>
            <a:ext cx="2804160" cy="342900"/>
          </a:xfrm>
          <a:prstGeom prst="rect"/>
        </p:spPr>
        <p:txBody>
          <a:bodyPr bIns="0" lIns="0" rIns="0" tIns="0" wrap="square">
            <a:spAutoFit/>
          </a:bodyPr>
          <a:lstStyle>
            <a:lvl1pPr algn="l">
              <a:defRPr>
                <a:solidFill>
                  <a:schemeClr val="tx1">
                    <a:tint val="75000"/>
                  </a:schemeClr>
                </a:solidFill>
              </a:defRPr>
            </a:lvl1pPr>
          </a:lstStyle>
          <a:p>
            <a:fld id="{1D8BD707-D9CF-40AE-B4C6-C98DA3205C09}" type="datetimeFigureOut">
              <a:rPr lang="en-US"/>
            </a:fld>
            <a:endParaRPr lang="en-US"/>
          </a:p>
        </p:txBody>
      </p:sp>
      <p:sp>
        <p:nvSpPr>
          <p:cNvPr id="1048590" name="Holder 6"/>
          <p:cNvSpPr>
            <a:spLocks noGrp="1"/>
          </p:cNvSpPr>
          <p:nvPr>
            <p:ph type="sldNum" sz="quarter" idx="7"/>
          </p:nvPr>
        </p:nvSpPr>
        <p:spPr>
          <a:xfrm>
            <a:off x="11353418" y="6473337"/>
            <a:ext cx="151129" cy="191770"/>
          </a:xfrm>
          <a:prstGeom prst="rect"/>
        </p:spPr>
        <p:txBody>
          <a:bodyPr bIns="0" lIns="0" rIns="0" tIns="0" wrap="square">
            <a:spAutoFit/>
          </a:bodyPr>
          <a:lstStyle>
            <a:lvl1pPr>
              <a:defRPr b="0" sz="1100" i="0">
                <a:solidFill>
                  <a:srgbClr val="2D936B"/>
                </a:solidFill>
                <a:latin typeface="Trebuchet MS" panose="020B0603020202020204"/>
                <a:cs typeface="Trebuchet MS" panose="020B0603020202020204"/>
              </a:defRPr>
            </a:lvl1pPr>
          </a:lstStyle>
          <a:p>
            <a:pPr marL="38100">
              <a:lnSpc>
                <a:spcPct val="100000"/>
              </a:lnSpc>
              <a:spcBef>
                <a:spcPts val="55"/>
              </a:spcBef>
            </a:pPr>
            <a:fld id="{81D60167-4931-47E6-BA6A-407CBD079E47}" type="slidenum">
              <a:rPr dirty="0" spc="10"/>
            </a:fld>
            <a:endParaRPr dirty="0" spc="10"/>
          </a:p>
        </p:txBody>
      </p:sp>
    </p:spTree>
  </p:cSld>
  <p:clrMap accent1="accent1" accent2="accent2" accent3="accent3" accent4="accent4" accent5="accent5" accent6="accent6" bg1="lt1" bg2="lt2" tx1="dk1" tx2="dk2" hlink="hlink" folHlink="folHlink"/>
  <p:sldLayoutIdLst>
    <p:sldLayoutId id="2147483713" r:id="rId1"/>
    <p:sldLayoutId id="2147483714" r:id="rId2"/>
    <p:sldLayoutId id="2147483715" r:id="rId3"/>
    <p:sldLayoutId id="2147483716" r:id="rId4"/>
    <p:sldLayoutId id="2147483717"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2.png"/><Relationship Id="rId3" Type="http://schemas.openxmlformats.org/officeDocument/2006/relationships/image" Target="../media/image4.jpeg"/><Relationship Id="rId4"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1.png"/><Relationship Id="rId3"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1.png"/><Relationship Id="rId3"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hyperlink" Target="https://en.wikipedia.org/wiki/Information_technology" TargetMode="External"/><Relationship Id="rId3"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image" Target="../media/image8.jpeg"/><Relationship Id="rId2" Type="http://schemas.openxmlformats.org/officeDocument/2006/relationships/image" Target="../media/image1.png"/><Relationship Id="rId3"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image" Target="../media/image9.jpeg"/><Relationship Id="rId2"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3.png"/><Relationship Id="rId3"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8" name=""/>
        <p:cNvGrpSpPr/>
        <p:nvPr/>
      </p:nvGrpSpPr>
      <p:grpSpPr>
        <a:xfrm>
          <a:off x="0" y="0"/>
          <a:ext cx="0" cy="0"/>
          <a:chOff x="0" y="0"/>
          <a:chExt cx="0" cy="0"/>
        </a:xfrm>
      </p:grpSpPr>
      <p:grpSp>
        <p:nvGrpSpPr>
          <p:cNvPr id="19" name="object 2"/>
          <p:cNvGrpSpPr/>
          <p:nvPr/>
        </p:nvGrpSpPr>
        <p:grpSpPr>
          <a:xfrm>
            <a:off x="742950" y="1104900"/>
            <a:ext cx="1743075" cy="1333500"/>
            <a:chOff x="742950" y="1104900"/>
            <a:chExt cx="1743075" cy="1333500"/>
          </a:xfrm>
        </p:grpSpPr>
        <p:sp>
          <p:nvSpPr>
            <p:cNvPr id="1048596" name="object 3"/>
            <p:cNvSpPr/>
            <p:nvPr/>
          </p:nvSpPr>
          <p:spPr>
            <a:xfrm>
              <a:off x="742950" y="1381125"/>
              <a:ext cx="1228725" cy="1057275"/>
            </a:xfrm>
            <a:custGeom>
              <a:avLst/>
              <a:ahLst/>
              <a:rect l="l" t="t" r="r" b="b"/>
              <a:pathLst>
                <a:path w="1228725" h="1057275">
                  <a:moveTo>
                    <a:pt x="964438" y="0"/>
                  </a:moveTo>
                  <a:lnTo>
                    <a:pt x="264312" y="0"/>
                  </a:lnTo>
                  <a:lnTo>
                    <a:pt x="0" y="528701"/>
                  </a:lnTo>
                  <a:lnTo>
                    <a:pt x="264312" y="1057275"/>
                  </a:lnTo>
                  <a:lnTo>
                    <a:pt x="964438" y="1057275"/>
                  </a:lnTo>
                  <a:lnTo>
                    <a:pt x="1228725" y="528701"/>
                  </a:lnTo>
                  <a:lnTo>
                    <a:pt x="964438" y="0"/>
                  </a:lnTo>
                  <a:close/>
                </a:path>
              </a:pathLst>
            </a:custGeom>
            <a:solidFill>
              <a:srgbClr val="5FCAEE"/>
            </a:solidFill>
          </p:spPr>
          <p:txBody>
            <a:bodyPr bIns="0" lIns="0" rIns="0" rtlCol="0" tIns="0" wrap="square"/>
            <a:p/>
          </p:txBody>
        </p:sp>
        <p:sp>
          <p:nvSpPr>
            <p:cNvPr id="1048597" name="object 4"/>
            <p:cNvSpPr/>
            <p:nvPr/>
          </p:nvSpPr>
          <p:spPr>
            <a:xfrm>
              <a:off x="1838325" y="1104900"/>
              <a:ext cx="647700" cy="561975"/>
            </a:xfrm>
            <a:custGeom>
              <a:avLst/>
              <a:ahLst/>
              <a:rect l="l" t="t" r="r" b="b"/>
              <a:pathLst>
                <a:path w="647700" h="561975">
                  <a:moveTo>
                    <a:pt x="507238" y="0"/>
                  </a:moveTo>
                  <a:lnTo>
                    <a:pt x="140462" y="0"/>
                  </a:lnTo>
                  <a:lnTo>
                    <a:pt x="0" y="280924"/>
                  </a:lnTo>
                  <a:lnTo>
                    <a:pt x="140462" y="561975"/>
                  </a:lnTo>
                  <a:lnTo>
                    <a:pt x="507238" y="561975"/>
                  </a:lnTo>
                  <a:lnTo>
                    <a:pt x="647700" y="280924"/>
                  </a:lnTo>
                  <a:lnTo>
                    <a:pt x="507238" y="0"/>
                  </a:lnTo>
                  <a:close/>
                </a:path>
              </a:pathLst>
            </a:custGeom>
            <a:solidFill>
              <a:srgbClr val="2D936B"/>
            </a:solidFill>
          </p:spPr>
          <p:txBody>
            <a:bodyPr bIns="0" lIns="0" rIns="0" rtlCol="0" tIns="0" wrap="square"/>
            <a:p/>
          </p:txBody>
        </p:sp>
      </p:grpSp>
      <p:sp>
        <p:nvSpPr>
          <p:cNvPr id="1048598" name="object 5"/>
          <p:cNvSpPr/>
          <p:nvPr/>
        </p:nvSpPr>
        <p:spPr>
          <a:xfrm>
            <a:off x="3752850" y="1190625"/>
            <a:ext cx="1666875" cy="1438275"/>
          </a:xfrm>
          <a:custGeom>
            <a:avLst/>
            <a:ahLst/>
            <a:rect l="l" t="t" r="r" b="b"/>
            <a:pathLst>
              <a:path w="1666875" h="1438275">
                <a:moveTo>
                  <a:pt x="1307338" y="0"/>
                </a:moveTo>
                <a:lnTo>
                  <a:pt x="359537" y="0"/>
                </a:lnTo>
                <a:lnTo>
                  <a:pt x="0" y="719074"/>
                </a:lnTo>
                <a:lnTo>
                  <a:pt x="359537" y="1438275"/>
                </a:lnTo>
                <a:lnTo>
                  <a:pt x="1307338" y="1438275"/>
                </a:lnTo>
                <a:lnTo>
                  <a:pt x="1666875" y="719074"/>
                </a:lnTo>
                <a:lnTo>
                  <a:pt x="1307338" y="0"/>
                </a:lnTo>
                <a:close/>
              </a:path>
            </a:pathLst>
          </a:custGeom>
          <a:solidFill>
            <a:srgbClr val="42D0A1"/>
          </a:solidFill>
        </p:spPr>
        <p:txBody>
          <a:bodyPr bIns="0" lIns="0" rIns="0" rtlCol="0" tIns="0" wrap="square"/>
          <a:p/>
        </p:txBody>
      </p:sp>
      <p:sp>
        <p:nvSpPr>
          <p:cNvPr id="1048599" name="object 6"/>
          <p:cNvSpPr/>
          <p:nvPr/>
        </p:nvSpPr>
        <p:spPr>
          <a:xfrm>
            <a:off x="3800475" y="5229225"/>
            <a:ext cx="723900" cy="619125"/>
          </a:xfrm>
          <a:custGeom>
            <a:avLst/>
            <a:ahLst/>
            <a:rect l="l" t="t" r="r" b="b"/>
            <a:pathLst>
              <a:path w="723900" h="619125">
                <a:moveTo>
                  <a:pt x="569087" y="0"/>
                </a:moveTo>
                <a:lnTo>
                  <a:pt x="154812" y="0"/>
                </a:lnTo>
                <a:lnTo>
                  <a:pt x="0" y="309625"/>
                </a:lnTo>
                <a:lnTo>
                  <a:pt x="154812" y="619125"/>
                </a:lnTo>
                <a:lnTo>
                  <a:pt x="569087" y="619125"/>
                </a:lnTo>
                <a:lnTo>
                  <a:pt x="723900" y="309625"/>
                </a:lnTo>
                <a:lnTo>
                  <a:pt x="569087" y="0"/>
                </a:lnTo>
                <a:close/>
              </a:path>
            </a:pathLst>
          </a:custGeom>
          <a:solidFill>
            <a:srgbClr val="42AF51"/>
          </a:solidFill>
        </p:spPr>
        <p:txBody>
          <a:bodyPr bIns="0" lIns="0" rIns="0" rtlCol="0" tIns="0" wrap="square"/>
          <a:p/>
        </p:txBody>
      </p:sp>
      <p:sp>
        <p:nvSpPr>
          <p:cNvPr id="1048600" name="object 7"/>
          <p:cNvSpPr txBox="1">
            <a:spLocks noGrp="1"/>
          </p:cNvSpPr>
          <p:nvPr>
            <p:ph type="ctrTitle"/>
          </p:nvPr>
        </p:nvSpPr>
        <p:spPr>
          <a:xfrm>
            <a:off x="3276600" y="1666875"/>
            <a:ext cx="5800725" cy="1010920"/>
          </a:xfrm>
          <a:prstGeom prst="rect"/>
        </p:spPr>
        <p:txBody>
          <a:bodyPr bIns="0" lIns="0" rIns="0" rtlCol="0" tIns="16510" vert="horz" wrap="square">
            <a:noAutofit/>
          </a:bodyPr>
          <a:p>
            <a:pPr indent="0" marL="2870835">
              <a:lnSpc>
                <a:spcPct val="100000"/>
              </a:lnSpc>
              <a:spcBef>
                <a:spcPts val="130"/>
              </a:spcBef>
              <a:buNone/>
            </a:pPr>
            <a:r>
              <a:rPr dirty="0" sz="2800" lang="en-US" spc="15"/>
              <a:t>G</a:t>
            </a:r>
            <a:r>
              <a:rPr dirty="0" sz="2800" lang="en-US" spc="15"/>
              <a:t>o</a:t>
            </a:r>
            <a:r>
              <a:rPr dirty="0" sz="2800" lang="en-US" spc="15"/>
              <a:t>l</a:t>
            </a:r>
            <a:r>
              <a:rPr dirty="0" sz="2800" lang="en-US" spc="15"/>
              <a:t>l</a:t>
            </a:r>
            <a:r>
              <a:rPr dirty="0" sz="2800" lang="en-US" spc="15"/>
              <a:t>a</a:t>
            </a:r>
            <a:r>
              <a:rPr dirty="0" sz="2800" lang="en-US" spc="15"/>
              <a:t> </a:t>
            </a:r>
            <a:r>
              <a:rPr dirty="0" sz="2800" lang="en-US" spc="15"/>
              <a:t>Sandhya</a:t>
            </a:r>
            <a:r>
              <a:rPr dirty="0" sz="2800" lang="en-US" spc="15"/>
              <a:t> </a:t>
            </a:r>
            <a:r>
              <a:rPr dirty="0" sz="2800" lang="en-US" spc="15"/>
              <a:t>Rani</a:t>
            </a:r>
            <a:endParaRPr dirty="0" sz="2800" lang="en-US" spc="15"/>
          </a:p>
        </p:txBody>
      </p:sp>
      <p:sp>
        <p:nvSpPr>
          <p:cNvPr id="1048601" name="object 8"/>
          <p:cNvSpPr txBox="1"/>
          <p:nvPr/>
        </p:nvSpPr>
        <p:spPr>
          <a:xfrm>
            <a:off x="6484620" y="2821622"/>
            <a:ext cx="1859280" cy="391795"/>
          </a:xfrm>
          <a:prstGeom prst="rect"/>
        </p:spPr>
        <p:txBody>
          <a:bodyPr bIns="0" lIns="0" rIns="0" rtlCol="0" tIns="12700" vert="horz" wrap="square">
            <a:spAutoFit/>
          </a:bodyPr>
          <a:p>
            <a:pPr marL="12700">
              <a:lnSpc>
                <a:spcPct val="100000"/>
              </a:lnSpc>
              <a:spcBef>
                <a:spcPts val="100"/>
              </a:spcBef>
            </a:pPr>
            <a:r>
              <a:rPr b="1" dirty="0" sz="2400" spc="10">
                <a:solidFill>
                  <a:srgbClr val="2D936B"/>
                </a:solidFill>
                <a:latin typeface="Trebuchet MS" panose="020B0603020202020204"/>
                <a:cs typeface="Trebuchet MS" panose="020B0603020202020204"/>
              </a:rPr>
              <a:t>Final</a:t>
            </a:r>
            <a:r>
              <a:rPr b="1" dirty="0" sz="2400" spc="-165">
                <a:solidFill>
                  <a:srgbClr val="2D936B"/>
                </a:solidFill>
                <a:latin typeface="Trebuchet MS" panose="020B0603020202020204"/>
                <a:cs typeface="Trebuchet MS" panose="020B0603020202020204"/>
              </a:rPr>
              <a:t> </a:t>
            </a:r>
            <a:r>
              <a:rPr b="1" dirty="0" sz="2400" spc="-5">
                <a:solidFill>
                  <a:srgbClr val="2D936B"/>
                </a:solidFill>
                <a:latin typeface="Trebuchet MS" panose="020B0603020202020204"/>
                <a:cs typeface="Trebuchet MS" panose="020B0603020202020204"/>
              </a:rPr>
              <a:t>Project</a:t>
            </a:r>
            <a:endParaRPr sz="2400">
              <a:latin typeface="Trebuchet MS" panose="020B0603020202020204"/>
              <a:cs typeface="Trebuchet MS" panose="020B0603020202020204"/>
            </a:endParaRPr>
          </a:p>
        </p:txBody>
      </p:sp>
      <p:pic>
        <p:nvPicPr>
          <p:cNvPr id="2097152" name="object 9"/>
          <p:cNvPicPr>
            <a:picLocks/>
          </p:cNvPicPr>
          <p:nvPr/>
        </p:nvPicPr>
        <p:blipFill>
          <a:blip xmlns:r="http://schemas.openxmlformats.org/officeDocument/2006/relationships" r:embed="rId1" cstate="print"/>
          <a:stretch>
            <a:fillRect/>
          </a:stretch>
        </p:blipFill>
        <p:spPr>
          <a:xfrm>
            <a:off x="676275" y="6467475"/>
            <a:ext cx="2143125" cy="200025"/>
          </a:xfrm>
          <a:prstGeom prst="rect"/>
        </p:spPr>
      </p:pic>
      <p:sp>
        <p:nvSpPr>
          <p:cNvPr id="1048602" name="object 10"/>
          <p:cNvSpPr txBox="1"/>
          <p:nvPr/>
        </p:nvSpPr>
        <p:spPr>
          <a:xfrm>
            <a:off x="739775" y="6473337"/>
            <a:ext cx="1798955" cy="191770"/>
          </a:xfrm>
          <a:prstGeom prst="rect"/>
        </p:spPr>
        <p:txBody>
          <a:bodyPr bIns="0" lIns="0" rIns="0" rtlCol="0" tIns="6985" vert="horz" wrap="square">
            <a:spAutoFit/>
          </a:bodyPr>
          <a:p>
            <a:pPr marL="12700">
              <a:lnSpc>
                <a:spcPct val="100000"/>
              </a:lnSpc>
              <a:spcBef>
                <a:spcPts val="55"/>
              </a:spcBef>
            </a:pPr>
            <a:r>
              <a:rPr dirty="0" sz="1100" spc="20">
                <a:solidFill>
                  <a:srgbClr val="2D83C3"/>
                </a:solidFill>
                <a:latin typeface="Trebuchet MS" panose="020B0603020202020204"/>
                <a:cs typeface="Trebuchet MS" panose="020B0603020202020204"/>
              </a:rPr>
              <a:t>3/21/202</a:t>
            </a:r>
            <a:r>
              <a:rPr dirty="0" sz="1100" spc="10">
                <a:solidFill>
                  <a:srgbClr val="2D83C3"/>
                </a:solidFill>
                <a:latin typeface="Trebuchet MS" panose="020B0603020202020204"/>
                <a:cs typeface="Trebuchet MS" panose="020B0603020202020204"/>
              </a:rPr>
              <a:t>4</a:t>
            </a:r>
            <a:r>
              <a:rPr dirty="0" sz="1100">
                <a:solidFill>
                  <a:srgbClr val="2D83C3"/>
                </a:solidFill>
                <a:latin typeface="Trebuchet MS" panose="020B0603020202020204"/>
                <a:cs typeface="Trebuchet MS" panose="020B0603020202020204"/>
              </a:rPr>
              <a:t> </a:t>
            </a:r>
            <a:r>
              <a:rPr dirty="0" sz="1100" spc="130">
                <a:solidFill>
                  <a:srgbClr val="2D83C3"/>
                </a:solidFill>
                <a:latin typeface="Trebuchet MS" panose="020B0603020202020204"/>
                <a:cs typeface="Trebuchet MS" panose="020B0603020202020204"/>
              </a:rPr>
              <a:t> </a:t>
            </a:r>
            <a:r>
              <a:rPr b="1" dirty="0" sz="1100" spc="50">
                <a:solidFill>
                  <a:srgbClr val="2D83C3"/>
                </a:solidFill>
                <a:latin typeface="Trebuchet MS" panose="020B0603020202020204"/>
                <a:cs typeface="Trebuchet MS" panose="020B0603020202020204"/>
              </a:rPr>
              <a:t>A</a:t>
            </a:r>
            <a:r>
              <a:rPr b="1" dirty="0" sz="1100" spc="15">
                <a:solidFill>
                  <a:srgbClr val="2D83C3"/>
                </a:solidFill>
                <a:latin typeface="Trebuchet MS" panose="020B0603020202020204"/>
                <a:cs typeface="Trebuchet MS" panose="020B0603020202020204"/>
              </a:rPr>
              <a:t>nnu</a:t>
            </a:r>
            <a:r>
              <a:rPr b="1" dirty="0" sz="1100" spc="10">
                <a:solidFill>
                  <a:srgbClr val="2D83C3"/>
                </a:solidFill>
                <a:latin typeface="Trebuchet MS" panose="020B0603020202020204"/>
                <a:cs typeface="Trebuchet MS" panose="020B0603020202020204"/>
              </a:rPr>
              <a:t>al</a:t>
            </a:r>
            <a:r>
              <a:rPr b="1" dirty="0" sz="1100" spc="-140">
                <a:solidFill>
                  <a:srgbClr val="2D83C3"/>
                </a:solidFill>
                <a:latin typeface="Trebuchet MS" panose="020B0603020202020204"/>
                <a:cs typeface="Trebuchet MS" panose="020B0603020202020204"/>
              </a:rPr>
              <a:t> </a:t>
            </a:r>
            <a:r>
              <a:rPr b="1" dirty="0" sz="1100">
                <a:solidFill>
                  <a:srgbClr val="2D83C3"/>
                </a:solidFill>
                <a:latin typeface="Trebuchet MS" panose="020B0603020202020204"/>
                <a:cs typeface="Trebuchet MS" panose="020B0603020202020204"/>
              </a:rPr>
              <a:t>R</a:t>
            </a:r>
            <a:r>
              <a:rPr b="1" dirty="0" sz="1100" spc="35">
                <a:solidFill>
                  <a:srgbClr val="2D83C3"/>
                </a:solidFill>
                <a:latin typeface="Trebuchet MS" panose="020B0603020202020204"/>
                <a:cs typeface="Trebuchet MS" panose="020B0603020202020204"/>
              </a:rPr>
              <a:t>e</a:t>
            </a:r>
            <a:r>
              <a:rPr b="1" dirty="0" sz="1100" spc="90">
                <a:solidFill>
                  <a:srgbClr val="2D83C3"/>
                </a:solidFill>
                <a:latin typeface="Trebuchet MS" panose="020B0603020202020204"/>
                <a:cs typeface="Trebuchet MS" panose="020B0603020202020204"/>
              </a:rPr>
              <a:t>v</a:t>
            </a:r>
            <a:r>
              <a:rPr b="1" dirty="0" sz="1100" spc="-35">
                <a:solidFill>
                  <a:srgbClr val="2D83C3"/>
                </a:solidFill>
                <a:latin typeface="Trebuchet MS" panose="020B0603020202020204"/>
                <a:cs typeface="Trebuchet MS" panose="020B0603020202020204"/>
              </a:rPr>
              <a:t>i</a:t>
            </a:r>
            <a:r>
              <a:rPr b="1" dirty="0" sz="1100" spc="35">
                <a:solidFill>
                  <a:srgbClr val="2D83C3"/>
                </a:solidFill>
                <a:latin typeface="Trebuchet MS" panose="020B0603020202020204"/>
                <a:cs typeface="Trebuchet MS" panose="020B0603020202020204"/>
              </a:rPr>
              <a:t>e</a:t>
            </a:r>
            <a:r>
              <a:rPr b="1" dirty="0" sz="1100" spc="15">
                <a:solidFill>
                  <a:srgbClr val="2D83C3"/>
                </a:solidFill>
                <a:latin typeface="Trebuchet MS" panose="020B0603020202020204"/>
                <a:cs typeface="Trebuchet MS" panose="020B0603020202020204"/>
              </a:rPr>
              <a:t>w</a:t>
            </a:r>
            <a:endParaRPr sz="1100">
              <a:latin typeface="Trebuchet MS" panose="020B0603020202020204"/>
              <a:cs typeface="Trebuchet MS" panose="020B0603020202020204"/>
            </a:endParaRPr>
          </a:p>
        </p:txBody>
      </p:sp>
      <p:sp>
        <p:nvSpPr>
          <p:cNvPr id="1048603" name="object 11"/>
          <p:cNvSpPr txBox="1">
            <a:spLocks noGrp="1"/>
          </p:cNvSpPr>
          <p:nvPr>
            <p:ph type="sldNum" sz="quarter" idx="7"/>
          </p:nvPr>
        </p:nvSpPr>
        <p:spPr>
          <a:prstGeom prst="rect"/>
        </p:spPr>
        <p:txBody>
          <a:bodyPr bIns="0" lIns="0" rIns="0" rtlCol="0" tIns="6985" vert="horz" wrap="square">
            <a:spAutoFit/>
          </a:bodyPr>
          <a:p>
            <a:pPr marL="38100">
              <a:lnSpc>
                <a:spcPct val="100000"/>
              </a:lnSpc>
              <a:spcBef>
                <a:spcPts val="55"/>
              </a:spcBef>
            </a:pPr>
            <a:fld id="{81D60167-4931-47E6-BA6A-407CBD079E47}" type="slidenum">
              <a:rPr dirty="0" spc="10"/>
              <a:t>1</a:t>
            </a:fld>
            <a:endParaRPr dirty="0" spc="1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24" name=""/>
        <p:cNvGrpSpPr/>
        <p:nvPr/>
      </p:nvGrpSpPr>
      <p:grpSpPr>
        <a:xfrm>
          <a:off x="0" y="0"/>
          <a:ext cx="0" cy="0"/>
          <a:chOff x="0" y="0"/>
          <a:chExt cx="0" cy="0"/>
        </a:xfrm>
      </p:grpSpPr>
      <p:sp>
        <p:nvSpPr>
          <p:cNvPr id="1048608" name="object 2"/>
          <p:cNvSpPr/>
          <p:nvPr/>
        </p:nvSpPr>
        <p:spPr>
          <a:xfrm>
            <a:off x="635" y="5080"/>
            <a:ext cx="12192000" cy="6858000"/>
          </a:xfrm>
          <a:custGeom>
            <a:avLst/>
            <a:ahLst/>
            <a:rect l="l" t="t" r="r" b="b"/>
            <a:pathLst>
              <a:path w="12192000" h="6858000">
                <a:moveTo>
                  <a:pt x="12192000" y="0"/>
                </a:moveTo>
                <a:lnTo>
                  <a:pt x="0" y="0"/>
                </a:lnTo>
                <a:lnTo>
                  <a:pt x="0" y="6858000"/>
                </a:lnTo>
                <a:lnTo>
                  <a:pt x="12192000" y="6858000"/>
                </a:lnTo>
                <a:lnTo>
                  <a:pt x="12192000" y="0"/>
                </a:lnTo>
                <a:close/>
              </a:path>
            </a:pathLst>
          </a:custGeom>
          <a:solidFill>
            <a:srgbClr val="F1F1F1"/>
          </a:solidFill>
        </p:spPr>
        <p:txBody>
          <a:bodyPr bIns="0" lIns="0" rIns="0" rtlCol="0" tIns="0" wrap="square"/>
          <a:p/>
        </p:txBody>
      </p:sp>
      <p:grpSp>
        <p:nvGrpSpPr>
          <p:cNvPr id="25" name="object 3"/>
          <p:cNvGrpSpPr/>
          <p:nvPr/>
        </p:nvGrpSpPr>
        <p:grpSpPr>
          <a:xfrm>
            <a:off x="7443849" y="0"/>
            <a:ext cx="4752975" cy="6863080"/>
            <a:chOff x="7443849" y="0"/>
            <a:chExt cx="4752975" cy="6863080"/>
          </a:xfrm>
        </p:grpSpPr>
        <p:sp>
          <p:nvSpPr>
            <p:cNvPr id="1048609" name="object 4"/>
            <p:cNvSpPr/>
            <p:nvPr/>
          </p:nvSpPr>
          <p:spPr>
            <a:xfrm>
              <a:off x="9377426" y="4825"/>
              <a:ext cx="1218565" cy="6853555"/>
            </a:xfrm>
            <a:custGeom>
              <a:avLst/>
              <a:ahLst/>
              <a:rect l="l" t="t" r="r" b="b"/>
              <a:pathLst>
                <a:path w="1218565" h="6853555">
                  <a:moveTo>
                    <a:pt x="0" y="0"/>
                  </a:moveTo>
                  <a:lnTo>
                    <a:pt x="1218352" y="6853171"/>
                  </a:lnTo>
                </a:path>
              </a:pathLst>
            </a:custGeom>
            <a:ln w="9525">
              <a:solidFill>
                <a:srgbClr val="5FCAEE"/>
              </a:solidFill>
            </a:ln>
          </p:spPr>
          <p:txBody>
            <a:bodyPr bIns="0" lIns="0" rIns="0" rtlCol="0" tIns="0" wrap="square"/>
            <a:p/>
          </p:txBody>
        </p:sp>
        <p:sp>
          <p:nvSpPr>
            <p:cNvPr id="1048610" name="object 5"/>
            <p:cNvSpPr/>
            <p:nvPr/>
          </p:nvSpPr>
          <p:spPr>
            <a:xfrm>
              <a:off x="7448612" y="3694896"/>
              <a:ext cx="4743450" cy="3163570"/>
            </a:xfrm>
            <a:custGeom>
              <a:avLst/>
              <a:ahLst/>
              <a:rect l="l" t="t" r="r" b="b"/>
              <a:pathLst>
                <a:path w="4743450" h="3163570">
                  <a:moveTo>
                    <a:pt x="4743387" y="0"/>
                  </a:moveTo>
                  <a:lnTo>
                    <a:pt x="0" y="3163101"/>
                  </a:lnTo>
                </a:path>
              </a:pathLst>
            </a:custGeom>
            <a:ln w="9525">
              <a:solidFill>
                <a:srgbClr val="5FCAEE"/>
              </a:solidFill>
            </a:ln>
          </p:spPr>
          <p:txBody>
            <a:bodyPr bIns="0" lIns="0" rIns="0" rtlCol="0" tIns="0" wrap="square"/>
            <a:p/>
          </p:txBody>
        </p:sp>
        <p:sp>
          <p:nvSpPr>
            <p:cNvPr id="1048611" name="object 6"/>
            <p:cNvSpPr/>
            <p:nvPr/>
          </p:nvSpPr>
          <p:spPr>
            <a:xfrm>
              <a:off x="9182100" y="0"/>
              <a:ext cx="3009900" cy="6858000"/>
            </a:xfrm>
            <a:custGeom>
              <a:avLst/>
              <a:ahLst/>
              <a:rect l="l" t="t" r="r" b="b"/>
              <a:pathLst>
                <a:path w="3009900" h="6858000">
                  <a:moveTo>
                    <a:pt x="3009899" y="0"/>
                  </a:moveTo>
                  <a:lnTo>
                    <a:pt x="2044399" y="0"/>
                  </a:lnTo>
                  <a:lnTo>
                    <a:pt x="0" y="6857996"/>
                  </a:lnTo>
                  <a:lnTo>
                    <a:pt x="3009899" y="6857996"/>
                  </a:lnTo>
                  <a:lnTo>
                    <a:pt x="3009899" y="0"/>
                  </a:lnTo>
                  <a:close/>
                </a:path>
              </a:pathLst>
            </a:custGeom>
            <a:solidFill>
              <a:srgbClr val="5FCAEE">
                <a:alpha val="36077"/>
              </a:srgbClr>
            </a:solidFill>
          </p:spPr>
          <p:txBody>
            <a:bodyPr bIns="0" lIns="0" rIns="0" rtlCol="0" tIns="0" wrap="square"/>
            <a:p/>
          </p:txBody>
        </p:sp>
        <p:sp>
          <p:nvSpPr>
            <p:cNvPr id="1048612" name="object 7"/>
            <p:cNvSpPr/>
            <p:nvPr/>
          </p:nvSpPr>
          <p:spPr>
            <a:xfrm>
              <a:off x="9602878" y="0"/>
              <a:ext cx="2589530" cy="6858000"/>
            </a:xfrm>
            <a:custGeom>
              <a:avLst/>
              <a:ahLst/>
              <a:rect l="l" t="t" r="r" b="b"/>
              <a:pathLst>
                <a:path w="2589529" h="6858000">
                  <a:moveTo>
                    <a:pt x="2589120" y="0"/>
                  </a:moveTo>
                  <a:lnTo>
                    <a:pt x="0" y="0"/>
                  </a:lnTo>
                  <a:lnTo>
                    <a:pt x="1208884" y="6857996"/>
                  </a:lnTo>
                  <a:lnTo>
                    <a:pt x="2589120" y="6857996"/>
                  </a:lnTo>
                  <a:lnTo>
                    <a:pt x="2589120" y="0"/>
                  </a:lnTo>
                  <a:close/>
                </a:path>
              </a:pathLst>
            </a:custGeom>
            <a:solidFill>
              <a:srgbClr val="5FCAEE">
                <a:alpha val="19999"/>
              </a:srgbClr>
            </a:solidFill>
          </p:spPr>
          <p:txBody>
            <a:bodyPr bIns="0" lIns="0" rIns="0" rtlCol="0" tIns="0" wrap="square"/>
            <a:p/>
          </p:txBody>
        </p:sp>
        <p:sp>
          <p:nvSpPr>
            <p:cNvPr id="1048613" name="object 8"/>
            <p:cNvSpPr/>
            <p:nvPr/>
          </p:nvSpPr>
          <p:spPr>
            <a:xfrm>
              <a:off x="8934450" y="3048000"/>
              <a:ext cx="3257550" cy="3810000"/>
            </a:xfrm>
            <a:custGeom>
              <a:avLst/>
              <a:ah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bIns="0" lIns="0" rIns="0" rtlCol="0" tIns="0" wrap="square"/>
            <a:p/>
          </p:txBody>
        </p:sp>
        <p:sp>
          <p:nvSpPr>
            <p:cNvPr id="1048614" name="object 9"/>
            <p:cNvSpPr/>
            <p:nvPr/>
          </p:nvSpPr>
          <p:spPr>
            <a:xfrm>
              <a:off x="9337930" y="0"/>
              <a:ext cx="2854325" cy="6858000"/>
            </a:xfrm>
            <a:custGeom>
              <a:avLst/>
              <a:ahLst/>
              <a:rect l="l" t="t" r="r" b="b"/>
              <a:pathLst>
                <a:path w="2854325" h="6858000">
                  <a:moveTo>
                    <a:pt x="2854069" y="0"/>
                  </a:moveTo>
                  <a:lnTo>
                    <a:pt x="0" y="0"/>
                  </a:lnTo>
                  <a:lnTo>
                    <a:pt x="2470020" y="6857996"/>
                  </a:lnTo>
                  <a:lnTo>
                    <a:pt x="2854069" y="6857996"/>
                  </a:lnTo>
                  <a:lnTo>
                    <a:pt x="2854069" y="0"/>
                  </a:lnTo>
                  <a:close/>
                </a:path>
              </a:pathLst>
            </a:custGeom>
            <a:solidFill>
              <a:srgbClr val="17AFE3">
                <a:alpha val="50195"/>
              </a:srgbClr>
            </a:solidFill>
          </p:spPr>
          <p:txBody>
            <a:bodyPr bIns="0" lIns="0" rIns="0" rtlCol="0" tIns="0" wrap="square"/>
            <a:p/>
          </p:txBody>
        </p:sp>
        <p:sp>
          <p:nvSpPr>
            <p:cNvPr id="1048615" name="object 10"/>
            <p:cNvSpPr/>
            <p:nvPr/>
          </p:nvSpPr>
          <p:spPr>
            <a:xfrm>
              <a:off x="10896600" y="0"/>
              <a:ext cx="1295400" cy="6858000"/>
            </a:xfrm>
            <a:custGeom>
              <a:avLst/>
              <a:ahLst/>
              <a:rect l="l" t="t" r="r" b="b"/>
              <a:pathLst>
                <a:path w="1295400" h="6858000">
                  <a:moveTo>
                    <a:pt x="1295399" y="0"/>
                  </a:moveTo>
                  <a:lnTo>
                    <a:pt x="1022453" y="0"/>
                  </a:lnTo>
                  <a:lnTo>
                    <a:pt x="0" y="6857996"/>
                  </a:lnTo>
                  <a:lnTo>
                    <a:pt x="1295399" y="6857996"/>
                  </a:lnTo>
                  <a:lnTo>
                    <a:pt x="1295399" y="0"/>
                  </a:lnTo>
                  <a:close/>
                </a:path>
              </a:pathLst>
            </a:custGeom>
            <a:solidFill>
              <a:srgbClr val="2D83C3">
                <a:alpha val="70195"/>
              </a:srgbClr>
            </a:solidFill>
          </p:spPr>
          <p:txBody>
            <a:bodyPr bIns="0" lIns="0" rIns="0" rtlCol="0" tIns="0" wrap="square"/>
            <a:p/>
          </p:txBody>
        </p:sp>
        <p:sp>
          <p:nvSpPr>
            <p:cNvPr id="1048616" name="object 11"/>
            <p:cNvSpPr/>
            <p:nvPr/>
          </p:nvSpPr>
          <p:spPr>
            <a:xfrm>
              <a:off x="10936247" y="0"/>
              <a:ext cx="1256030" cy="6858000"/>
            </a:xfrm>
            <a:custGeom>
              <a:avLst/>
              <a:ahLst/>
              <a:rect l="l" t="t" r="r" b="b"/>
              <a:pathLst>
                <a:path w="1256029" h="6858000">
                  <a:moveTo>
                    <a:pt x="1255752" y="0"/>
                  </a:moveTo>
                  <a:lnTo>
                    <a:pt x="0" y="0"/>
                  </a:lnTo>
                  <a:lnTo>
                    <a:pt x="1114527" y="6857996"/>
                  </a:lnTo>
                  <a:lnTo>
                    <a:pt x="1255752" y="6857996"/>
                  </a:lnTo>
                  <a:lnTo>
                    <a:pt x="1255752" y="0"/>
                  </a:lnTo>
                  <a:close/>
                </a:path>
              </a:pathLst>
            </a:custGeom>
            <a:solidFill>
              <a:srgbClr val="226192">
                <a:alpha val="79998"/>
              </a:srgbClr>
            </a:solidFill>
          </p:spPr>
          <p:txBody>
            <a:bodyPr bIns="0" lIns="0" rIns="0" rtlCol="0" tIns="0" wrap="square"/>
            <a:p/>
          </p:txBody>
        </p:sp>
        <p:sp>
          <p:nvSpPr>
            <p:cNvPr id="1048617" name="object 12"/>
            <p:cNvSpPr/>
            <p:nvPr/>
          </p:nvSpPr>
          <p:spPr>
            <a:xfrm>
              <a:off x="10372725" y="3590925"/>
              <a:ext cx="1819275" cy="3267075"/>
            </a:xfrm>
            <a:custGeom>
              <a:avLst/>
              <a:ah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bIns="0" lIns="0" rIns="0" rtlCol="0" tIns="0" wrap="square"/>
            <a:p/>
          </p:txBody>
        </p:sp>
      </p:grpSp>
      <p:sp>
        <p:nvSpPr>
          <p:cNvPr id="1048618" name="object 13"/>
          <p:cNvSpPr/>
          <p:nvPr/>
        </p:nvSpPr>
        <p:spPr>
          <a:xfrm>
            <a:off x="0" y="4010025"/>
            <a:ext cx="447675" cy="2847975"/>
          </a:xfrm>
          <a:custGeom>
            <a:avLst/>
            <a:ah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bIns="0" lIns="0" rIns="0" rtlCol="0" tIns="0" wrap="square"/>
          <a:p/>
        </p:txBody>
      </p:sp>
      <p:sp>
        <p:nvSpPr>
          <p:cNvPr id="1048619" name="object 14"/>
          <p:cNvSpPr/>
          <p:nvPr/>
        </p:nvSpPr>
        <p:spPr>
          <a:xfrm>
            <a:off x="9353550" y="5362575"/>
            <a:ext cx="457200" cy="457200"/>
          </a:xfrm>
          <a:custGeom>
            <a:avLst/>
            <a:ah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bIns="0" lIns="0" rIns="0" rtlCol="0" tIns="0" wrap="square"/>
          <a:p/>
        </p:txBody>
      </p:sp>
      <p:sp>
        <p:nvSpPr>
          <p:cNvPr id="1048620" name="object 15"/>
          <p:cNvSpPr/>
          <p:nvPr/>
        </p:nvSpPr>
        <p:spPr>
          <a:xfrm>
            <a:off x="6696075" y="1695450"/>
            <a:ext cx="314325" cy="323850"/>
          </a:xfrm>
          <a:custGeom>
            <a:avLst/>
            <a:ah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bIns="0" lIns="0" rIns="0" rtlCol="0" tIns="0" wrap="square"/>
          <a:p/>
        </p:txBody>
      </p:sp>
      <p:sp>
        <p:nvSpPr>
          <p:cNvPr id="1048621" name="object 16"/>
          <p:cNvSpPr/>
          <p:nvPr/>
        </p:nvSpPr>
        <p:spPr>
          <a:xfrm>
            <a:off x="9353550" y="5895975"/>
            <a:ext cx="180975" cy="180975"/>
          </a:xfrm>
          <a:custGeom>
            <a:avLst/>
            <a:ah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bIns="0" lIns="0" rIns="0" rtlCol="0" tIns="0" wrap="square"/>
          <a:p/>
        </p:txBody>
      </p:sp>
      <p:sp>
        <p:nvSpPr>
          <p:cNvPr id="1048622" name="object 17"/>
          <p:cNvSpPr txBox="1">
            <a:spLocks noGrp="1"/>
          </p:cNvSpPr>
          <p:nvPr>
            <p:ph type="title"/>
          </p:nvPr>
        </p:nvSpPr>
        <p:spPr>
          <a:xfrm>
            <a:off x="739775" y="829627"/>
            <a:ext cx="3909695" cy="638810"/>
          </a:xfrm>
          <a:prstGeom prst="rect"/>
        </p:spPr>
        <p:txBody>
          <a:bodyPr bIns="0" lIns="0" rIns="0" rtlCol="0" tIns="16510" vert="horz" wrap="square">
            <a:spAutoFit/>
          </a:bodyPr>
          <a:p>
            <a:pPr marL="12700">
              <a:lnSpc>
                <a:spcPct val="100000"/>
              </a:lnSpc>
              <a:spcBef>
                <a:spcPts val="130"/>
              </a:spcBef>
            </a:pPr>
            <a:r>
              <a:rPr dirty="0" sz="4250" spc="5"/>
              <a:t>PROJECT</a:t>
            </a:r>
            <a:r>
              <a:rPr dirty="0" sz="4250" spc="-85"/>
              <a:t> </a:t>
            </a:r>
            <a:r>
              <a:rPr dirty="0" sz="4250" spc="25"/>
              <a:t>TITLE</a:t>
            </a:r>
            <a:endParaRPr sz="4250"/>
          </a:p>
        </p:txBody>
      </p:sp>
      <p:grpSp>
        <p:nvGrpSpPr>
          <p:cNvPr id="26" name="object 18"/>
          <p:cNvGrpSpPr/>
          <p:nvPr/>
        </p:nvGrpSpPr>
        <p:grpSpPr>
          <a:xfrm>
            <a:off x="466725" y="6410325"/>
            <a:ext cx="3705225" cy="295275"/>
            <a:chOff x="466725" y="6410325"/>
            <a:chExt cx="3705225" cy="295275"/>
          </a:xfrm>
        </p:grpSpPr>
        <p:pic>
          <p:nvPicPr>
            <p:cNvPr id="2097153" name="object 19"/>
            <p:cNvPicPr>
              <a:picLocks/>
            </p:cNvPicPr>
            <p:nvPr/>
          </p:nvPicPr>
          <p:blipFill>
            <a:blip xmlns:r="http://schemas.openxmlformats.org/officeDocument/2006/relationships" r:embed="rId1" cstate="print"/>
            <a:stretch>
              <a:fillRect/>
            </a:stretch>
          </p:blipFill>
          <p:spPr>
            <a:xfrm>
              <a:off x="676275" y="6467475"/>
              <a:ext cx="2143125" cy="200025"/>
            </a:xfrm>
            <a:prstGeom prst="rect"/>
          </p:spPr>
        </p:pic>
        <p:pic>
          <p:nvPicPr>
            <p:cNvPr id="2097154" name="object 20"/>
            <p:cNvPicPr>
              <a:picLocks/>
            </p:cNvPicPr>
            <p:nvPr/>
          </p:nvPicPr>
          <p:blipFill>
            <a:blip xmlns:r="http://schemas.openxmlformats.org/officeDocument/2006/relationships" r:embed="rId2" cstate="print"/>
            <a:stretch>
              <a:fillRect/>
            </a:stretch>
          </p:blipFill>
          <p:spPr>
            <a:xfrm>
              <a:off x="466725" y="6410325"/>
              <a:ext cx="3705225" cy="295275"/>
            </a:xfrm>
            <a:prstGeom prst="rect"/>
          </p:spPr>
        </p:pic>
      </p:grpSp>
      <p:sp>
        <p:nvSpPr>
          <p:cNvPr id="1048623" name="object 21"/>
          <p:cNvSpPr txBox="1"/>
          <p:nvPr/>
        </p:nvSpPr>
        <p:spPr>
          <a:xfrm>
            <a:off x="739775" y="6473337"/>
            <a:ext cx="1798955" cy="191770"/>
          </a:xfrm>
          <a:prstGeom prst="rect"/>
        </p:spPr>
        <p:txBody>
          <a:bodyPr bIns="0" lIns="0" rIns="0" rtlCol="0" tIns="6985" vert="horz" wrap="square">
            <a:spAutoFit/>
          </a:bodyPr>
          <a:p>
            <a:pPr marL="12700">
              <a:lnSpc>
                <a:spcPct val="100000"/>
              </a:lnSpc>
              <a:spcBef>
                <a:spcPts val="55"/>
              </a:spcBef>
            </a:pPr>
            <a:r>
              <a:rPr dirty="0" sz="1100" spc="20">
                <a:solidFill>
                  <a:srgbClr val="2D83C3"/>
                </a:solidFill>
                <a:latin typeface="Trebuchet MS" panose="020B0603020202020204"/>
                <a:cs typeface="Trebuchet MS" panose="020B0603020202020204"/>
              </a:rPr>
              <a:t>3/21/202</a:t>
            </a:r>
            <a:r>
              <a:rPr dirty="0" sz="1100" spc="10">
                <a:solidFill>
                  <a:srgbClr val="2D83C3"/>
                </a:solidFill>
                <a:latin typeface="Trebuchet MS" panose="020B0603020202020204"/>
                <a:cs typeface="Trebuchet MS" panose="020B0603020202020204"/>
              </a:rPr>
              <a:t>4</a:t>
            </a:r>
            <a:r>
              <a:rPr dirty="0" sz="1100">
                <a:solidFill>
                  <a:srgbClr val="2D83C3"/>
                </a:solidFill>
                <a:latin typeface="Trebuchet MS" panose="020B0603020202020204"/>
                <a:cs typeface="Trebuchet MS" panose="020B0603020202020204"/>
              </a:rPr>
              <a:t> </a:t>
            </a:r>
            <a:r>
              <a:rPr dirty="0" sz="1100" spc="130">
                <a:solidFill>
                  <a:srgbClr val="2D83C3"/>
                </a:solidFill>
                <a:latin typeface="Trebuchet MS" panose="020B0603020202020204"/>
                <a:cs typeface="Trebuchet MS" panose="020B0603020202020204"/>
              </a:rPr>
              <a:t> </a:t>
            </a:r>
            <a:r>
              <a:rPr b="1" dirty="0" sz="1100" spc="50">
                <a:solidFill>
                  <a:srgbClr val="2D83C3"/>
                </a:solidFill>
                <a:latin typeface="Trebuchet MS" panose="020B0603020202020204"/>
                <a:cs typeface="Trebuchet MS" panose="020B0603020202020204"/>
              </a:rPr>
              <a:t>A</a:t>
            </a:r>
            <a:r>
              <a:rPr b="1" dirty="0" sz="1100" spc="15">
                <a:solidFill>
                  <a:srgbClr val="2D83C3"/>
                </a:solidFill>
                <a:latin typeface="Trebuchet MS" panose="020B0603020202020204"/>
                <a:cs typeface="Trebuchet MS" panose="020B0603020202020204"/>
              </a:rPr>
              <a:t>nnu</a:t>
            </a:r>
            <a:r>
              <a:rPr b="1" dirty="0" sz="1100" spc="10">
                <a:solidFill>
                  <a:srgbClr val="2D83C3"/>
                </a:solidFill>
                <a:latin typeface="Trebuchet MS" panose="020B0603020202020204"/>
                <a:cs typeface="Trebuchet MS" panose="020B0603020202020204"/>
              </a:rPr>
              <a:t>al</a:t>
            </a:r>
            <a:r>
              <a:rPr b="1" dirty="0" sz="1100" spc="-140">
                <a:solidFill>
                  <a:srgbClr val="2D83C3"/>
                </a:solidFill>
                <a:latin typeface="Trebuchet MS" panose="020B0603020202020204"/>
                <a:cs typeface="Trebuchet MS" panose="020B0603020202020204"/>
              </a:rPr>
              <a:t> </a:t>
            </a:r>
            <a:r>
              <a:rPr b="1" dirty="0" sz="1100">
                <a:solidFill>
                  <a:srgbClr val="2D83C3"/>
                </a:solidFill>
                <a:latin typeface="Trebuchet MS" panose="020B0603020202020204"/>
                <a:cs typeface="Trebuchet MS" panose="020B0603020202020204"/>
              </a:rPr>
              <a:t>R</a:t>
            </a:r>
            <a:r>
              <a:rPr b="1" dirty="0" sz="1100" spc="35">
                <a:solidFill>
                  <a:srgbClr val="2D83C3"/>
                </a:solidFill>
                <a:latin typeface="Trebuchet MS" panose="020B0603020202020204"/>
                <a:cs typeface="Trebuchet MS" panose="020B0603020202020204"/>
              </a:rPr>
              <a:t>e</a:t>
            </a:r>
            <a:r>
              <a:rPr b="1" dirty="0" sz="1100" spc="90">
                <a:solidFill>
                  <a:srgbClr val="2D83C3"/>
                </a:solidFill>
                <a:latin typeface="Trebuchet MS" panose="020B0603020202020204"/>
                <a:cs typeface="Trebuchet MS" panose="020B0603020202020204"/>
              </a:rPr>
              <a:t>v</a:t>
            </a:r>
            <a:r>
              <a:rPr b="1" dirty="0" sz="1100" spc="-35">
                <a:solidFill>
                  <a:srgbClr val="2D83C3"/>
                </a:solidFill>
                <a:latin typeface="Trebuchet MS" panose="020B0603020202020204"/>
                <a:cs typeface="Trebuchet MS" panose="020B0603020202020204"/>
              </a:rPr>
              <a:t>i</a:t>
            </a:r>
            <a:r>
              <a:rPr b="1" dirty="0" sz="1100" spc="35">
                <a:solidFill>
                  <a:srgbClr val="2D83C3"/>
                </a:solidFill>
                <a:latin typeface="Trebuchet MS" panose="020B0603020202020204"/>
                <a:cs typeface="Trebuchet MS" panose="020B0603020202020204"/>
              </a:rPr>
              <a:t>e</a:t>
            </a:r>
            <a:r>
              <a:rPr b="1" dirty="0" sz="1100" spc="15">
                <a:solidFill>
                  <a:srgbClr val="2D83C3"/>
                </a:solidFill>
                <a:latin typeface="Trebuchet MS" panose="020B0603020202020204"/>
                <a:cs typeface="Trebuchet MS" panose="020B0603020202020204"/>
              </a:rPr>
              <a:t>w</a:t>
            </a:r>
            <a:endParaRPr sz="1100">
              <a:latin typeface="Trebuchet MS" panose="020B0603020202020204"/>
              <a:cs typeface="Trebuchet MS" panose="020B0603020202020204"/>
            </a:endParaRPr>
          </a:p>
        </p:txBody>
      </p:sp>
      <p:sp>
        <p:nvSpPr>
          <p:cNvPr id="1048624" name="object 22"/>
          <p:cNvSpPr txBox="1">
            <a:spLocks noGrp="1"/>
          </p:cNvSpPr>
          <p:nvPr>
            <p:ph type="sldNum" sz="quarter" idx="7"/>
          </p:nvPr>
        </p:nvSpPr>
        <p:spPr>
          <a:prstGeom prst="rect"/>
        </p:spPr>
        <p:txBody>
          <a:bodyPr bIns="0" lIns="0" rIns="0" rtlCol="0" tIns="6985" vert="horz" wrap="square">
            <a:spAutoFit/>
          </a:bodyPr>
          <a:p>
            <a:pPr marL="38100">
              <a:lnSpc>
                <a:spcPct val="100000"/>
              </a:lnSpc>
              <a:spcBef>
                <a:spcPts val="55"/>
              </a:spcBef>
            </a:pPr>
            <a:fld id="{81D60167-4931-47E6-BA6A-407CBD079E47}" type="slidenum">
              <a:rPr dirty="0" spc="10"/>
              <a:t>2</a:t>
            </a:fld>
            <a:endParaRPr dirty="0" spc="10"/>
          </a:p>
        </p:txBody>
      </p:sp>
      <p:sp>
        <p:nvSpPr>
          <p:cNvPr id="1048625" name="Text Box 22"/>
          <p:cNvSpPr txBox="1"/>
          <p:nvPr/>
        </p:nvSpPr>
        <p:spPr>
          <a:xfrm>
            <a:off x="1981200" y="2667000"/>
            <a:ext cx="5411470" cy="521970"/>
          </a:xfrm>
          <a:prstGeom prst="rect"/>
          <a:noFill/>
        </p:spPr>
        <p:txBody>
          <a:bodyPr rtlCol="0" wrap="square">
            <a:spAutoFit/>
          </a:bodyPr>
          <a:p>
            <a:r>
              <a:rPr sz="2800" lang="en-US"/>
              <a:t>KEYLOGGER</a:t>
            </a:r>
            <a:r>
              <a:rPr sz="2800" lang="en-US"/>
              <a:t> </a:t>
            </a:r>
            <a:r>
              <a:rPr sz="2800" lang="en-US"/>
              <a:t>A</a:t>
            </a:r>
            <a:r>
              <a:rPr sz="2800" lang="en-US"/>
              <a:t>N</a:t>
            </a:r>
            <a:r>
              <a:rPr sz="2800" lang="en-US"/>
              <a:t>D</a:t>
            </a:r>
            <a:r>
              <a:rPr sz="2800" lang="en-US"/>
              <a:t> </a:t>
            </a:r>
            <a:r>
              <a:rPr sz="2800" lang="en-US"/>
              <a:t>SECURITY</a:t>
            </a:r>
            <a:endParaRPr sz="2800"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27" name=""/>
        <p:cNvGrpSpPr/>
        <p:nvPr/>
      </p:nvGrpSpPr>
      <p:grpSpPr>
        <a:xfrm>
          <a:off x="0" y="0"/>
          <a:ext cx="0" cy="0"/>
          <a:chOff x="0" y="0"/>
          <a:chExt cx="0" cy="0"/>
        </a:xfrm>
      </p:grpSpPr>
      <p:sp>
        <p:nvSpPr>
          <p:cNvPr id="1048626" name="object 2"/>
          <p:cNvSpPr/>
          <p:nvPr/>
        </p:nvSpPr>
        <p:spPr>
          <a:xfrm>
            <a:off x="0" y="0"/>
            <a:ext cx="12192000" cy="6858000"/>
          </a:xfrm>
          <a:custGeom>
            <a:avLst/>
            <a:ahLst/>
            <a:rect l="l" t="t" r="r" b="b"/>
            <a:pathLst>
              <a:path w="12192000" h="6858000">
                <a:moveTo>
                  <a:pt x="12192000" y="0"/>
                </a:moveTo>
                <a:lnTo>
                  <a:pt x="0" y="0"/>
                </a:lnTo>
                <a:lnTo>
                  <a:pt x="0" y="6858000"/>
                </a:lnTo>
                <a:lnTo>
                  <a:pt x="12192000" y="6858000"/>
                </a:lnTo>
                <a:lnTo>
                  <a:pt x="12192000" y="0"/>
                </a:lnTo>
                <a:close/>
              </a:path>
            </a:pathLst>
          </a:custGeom>
          <a:solidFill>
            <a:srgbClr val="F1F1F1"/>
          </a:solidFill>
        </p:spPr>
        <p:txBody>
          <a:bodyPr bIns="0" lIns="0" rIns="0" rtlCol="0" tIns="0" wrap="square"/>
          <a:p/>
        </p:txBody>
      </p:sp>
      <p:grpSp>
        <p:nvGrpSpPr>
          <p:cNvPr id="28" name="object 3"/>
          <p:cNvGrpSpPr/>
          <p:nvPr/>
        </p:nvGrpSpPr>
        <p:grpSpPr>
          <a:xfrm>
            <a:off x="7443849" y="0"/>
            <a:ext cx="4752975" cy="6863080"/>
            <a:chOff x="7443849" y="0"/>
            <a:chExt cx="4752975" cy="6863080"/>
          </a:xfrm>
        </p:grpSpPr>
        <p:sp>
          <p:nvSpPr>
            <p:cNvPr id="1048627" name="object 4"/>
            <p:cNvSpPr/>
            <p:nvPr/>
          </p:nvSpPr>
          <p:spPr>
            <a:xfrm>
              <a:off x="9377426" y="4825"/>
              <a:ext cx="1218565" cy="6853555"/>
            </a:xfrm>
            <a:custGeom>
              <a:avLst/>
              <a:ahLst/>
              <a:rect l="l" t="t" r="r" b="b"/>
              <a:pathLst>
                <a:path w="1218565" h="6853555">
                  <a:moveTo>
                    <a:pt x="0" y="0"/>
                  </a:moveTo>
                  <a:lnTo>
                    <a:pt x="1218352" y="6853171"/>
                  </a:lnTo>
                </a:path>
              </a:pathLst>
            </a:custGeom>
            <a:ln w="9525">
              <a:solidFill>
                <a:srgbClr val="5FCAEE"/>
              </a:solidFill>
            </a:ln>
          </p:spPr>
          <p:txBody>
            <a:bodyPr bIns="0" lIns="0" rIns="0" rtlCol="0" tIns="0" wrap="square"/>
            <a:p/>
          </p:txBody>
        </p:sp>
        <p:sp>
          <p:nvSpPr>
            <p:cNvPr id="1048628" name="object 5"/>
            <p:cNvSpPr/>
            <p:nvPr/>
          </p:nvSpPr>
          <p:spPr>
            <a:xfrm>
              <a:off x="7448612" y="3694896"/>
              <a:ext cx="4743450" cy="3163570"/>
            </a:xfrm>
            <a:custGeom>
              <a:avLst/>
              <a:ahLst/>
              <a:rect l="l" t="t" r="r" b="b"/>
              <a:pathLst>
                <a:path w="4743450" h="3163570">
                  <a:moveTo>
                    <a:pt x="4743387" y="0"/>
                  </a:moveTo>
                  <a:lnTo>
                    <a:pt x="0" y="3163101"/>
                  </a:lnTo>
                </a:path>
              </a:pathLst>
            </a:custGeom>
            <a:ln w="9525">
              <a:solidFill>
                <a:srgbClr val="5FCAEE"/>
              </a:solidFill>
            </a:ln>
          </p:spPr>
          <p:txBody>
            <a:bodyPr bIns="0" lIns="0" rIns="0" rtlCol="0" tIns="0" wrap="square"/>
            <a:p/>
          </p:txBody>
        </p:sp>
        <p:sp>
          <p:nvSpPr>
            <p:cNvPr id="1048629" name="object 6"/>
            <p:cNvSpPr/>
            <p:nvPr/>
          </p:nvSpPr>
          <p:spPr>
            <a:xfrm>
              <a:off x="9182100" y="0"/>
              <a:ext cx="3009900" cy="6858000"/>
            </a:xfrm>
            <a:custGeom>
              <a:avLst/>
              <a:ahLst/>
              <a:rect l="l" t="t" r="r" b="b"/>
              <a:pathLst>
                <a:path w="3009900" h="6858000">
                  <a:moveTo>
                    <a:pt x="3009899" y="0"/>
                  </a:moveTo>
                  <a:lnTo>
                    <a:pt x="2044399" y="0"/>
                  </a:lnTo>
                  <a:lnTo>
                    <a:pt x="0" y="6857996"/>
                  </a:lnTo>
                  <a:lnTo>
                    <a:pt x="3009899" y="6857996"/>
                  </a:lnTo>
                  <a:lnTo>
                    <a:pt x="3009899" y="0"/>
                  </a:lnTo>
                  <a:close/>
                </a:path>
              </a:pathLst>
            </a:custGeom>
            <a:solidFill>
              <a:srgbClr val="5FCAEE">
                <a:alpha val="36077"/>
              </a:srgbClr>
            </a:solidFill>
          </p:spPr>
          <p:txBody>
            <a:bodyPr bIns="0" lIns="0" rIns="0" rtlCol="0" tIns="0" wrap="square"/>
            <a:p/>
          </p:txBody>
        </p:sp>
        <p:sp>
          <p:nvSpPr>
            <p:cNvPr id="1048630" name="object 7"/>
            <p:cNvSpPr/>
            <p:nvPr/>
          </p:nvSpPr>
          <p:spPr>
            <a:xfrm>
              <a:off x="9602878" y="0"/>
              <a:ext cx="2589530" cy="6858000"/>
            </a:xfrm>
            <a:custGeom>
              <a:avLst/>
              <a:ahLst/>
              <a:rect l="l" t="t" r="r" b="b"/>
              <a:pathLst>
                <a:path w="2589529" h="6858000">
                  <a:moveTo>
                    <a:pt x="2589120" y="0"/>
                  </a:moveTo>
                  <a:lnTo>
                    <a:pt x="0" y="0"/>
                  </a:lnTo>
                  <a:lnTo>
                    <a:pt x="1208884" y="6857996"/>
                  </a:lnTo>
                  <a:lnTo>
                    <a:pt x="2589120" y="6857996"/>
                  </a:lnTo>
                  <a:lnTo>
                    <a:pt x="2589120" y="0"/>
                  </a:lnTo>
                  <a:close/>
                </a:path>
              </a:pathLst>
            </a:custGeom>
            <a:solidFill>
              <a:srgbClr val="5FCAEE">
                <a:alpha val="19999"/>
              </a:srgbClr>
            </a:solidFill>
          </p:spPr>
          <p:txBody>
            <a:bodyPr bIns="0" lIns="0" rIns="0" rtlCol="0" tIns="0" wrap="square"/>
            <a:p/>
          </p:txBody>
        </p:sp>
        <p:sp>
          <p:nvSpPr>
            <p:cNvPr id="1048631" name="object 8"/>
            <p:cNvSpPr/>
            <p:nvPr/>
          </p:nvSpPr>
          <p:spPr>
            <a:xfrm>
              <a:off x="8934450" y="3048000"/>
              <a:ext cx="3257550" cy="3810000"/>
            </a:xfrm>
            <a:custGeom>
              <a:avLst/>
              <a:ah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bIns="0" lIns="0" rIns="0" rtlCol="0" tIns="0" wrap="square"/>
            <a:p/>
          </p:txBody>
        </p:sp>
        <p:sp>
          <p:nvSpPr>
            <p:cNvPr id="1048632" name="object 9"/>
            <p:cNvSpPr/>
            <p:nvPr/>
          </p:nvSpPr>
          <p:spPr>
            <a:xfrm>
              <a:off x="9337930" y="0"/>
              <a:ext cx="2854325" cy="6858000"/>
            </a:xfrm>
            <a:custGeom>
              <a:avLst/>
              <a:ahLst/>
              <a:rect l="l" t="t" r="r" b="b"/>
              <a:pathLst>
                <a:path w="2854325" h="6858000">
                  <a:moveTo>
                    <a:pt x="2854069" y="0"/>
                  </a:moveTo>
                  <a:lnTo>
                    <a:pt x="0" y="0"/>
                  </a:lnTo>
                  <a:lnTo>
                    <a:pt x="2470020" y="6857996"/>
                  </a:lnTo>
                  <a:lnTo>
                    <a:pt x="2854069" y="6857996"/>
                  </a:lnTo>
                  <a:lnTo>
                    <a:pt x="2854069" y="0"/>
                  </a:lnTo>
                  <a:close/>
                </a:path>
              </a:pathLst>
            </a:custGeom>
            <a:solidFill>
              <a:srgbClr val="17AFE3">
                <a:alpha val="50195"/>
              </a:srgbClr>
            </a:solidFill>
          </p:spPr>
          <p:txBody>
            <a:bodyPr bIns="0" lIns="0" rIns="0" rtlCol="0" tIns="0" wrap="square"/>
            <a:p/>
          </p:txBody>
        </p:sp>
        <p:sp>
          <p:nvSpPr>
            <p:cNvPr id="1048633" name="object 10"/>
            <p:cNvSpPr/>
            <p:nvPr/>
          </p:nvSpPr>
          <p:spPr>
            <a:xfrm>
              <a:off x="10896600" y="0"/>
              <a:ext cx="1295400" cy="6858000"/>
            </a:xfrm>
            <a:custGeom>
              <a:avLst/>
              <a:ahLst/>
              <a:rect l="l" t="t" r="r" b="b"/>
              <a:pathLst>
                <a:path w="1295400" h="6858000">
                  <a:moveTo>
                    <a:pt x="1295399" y="0"/>
                  </a:moveTo>
                  <a:lnTo>
                    <a:pt x="1022453" y="0"/>
                  </a:lnTo>
                  <a:lnTo>
                    <a:pt x="0" y="6857996"/>
                  </a:lnTo>
                  <a:lnTo>
                    <a:pt x="1295399" y="6857996"/>
                  </a:lnTo>
                  <a:lnTo>
                    <a:pt x="1295399" y="0"/>
                  </a:lnTo>
                  <a:close/>
                </a:path>
              </a:pathLst>
            </a:custGeom>
            <a:solidFill>
              <a:srgbClr val="2D83C3">
                <a:alpha val="70195"/>
              </a:srgbClr>
            </a:solidFill>
          </p:spPr>
          <p:txBody>
            <a:bodyPr bIns="0" lIns="0" rIns="0" rtlCol="0" tIns="0" wrap="square"/>
            <a:p/>
          </p:txBody>
        </p:sp>
        <p:sp>
          <p:nvSpPr>
            <p:cNvPr id="1048634" name="object 11"/>
            <p:cNvSpPr/>
            <p:nvPr/>
          </p:nvSpPr>
          <p:spPr>
            <a:xfrm>
              <a:off x="10936247" y="0"/>
              <a:ext cx="1256030" cy="6858000"/>
            </a:xfrm>
            <a:custGeom>
              <a:avLst/>
              <a:ahLst/>
              <a:rect l="l" t="t" r="r" b="b"/>
              <a:pathLst>
                <a:path w="1256029" h="6858000">
                  <a:moveTo>
                    <a:pt x="1255752" y="0"/>
                  </a:moveTo>
                  <a:lnTo>
                    <a:pt x="0" y="0"/>
                  </a:lnTo>
                  <a:lnTo>
                    <a:pt x="1114527" y="6857996"/>
                  </a:lnTo>
                  <a:lnTo>
                    <a:pt x="1255752" y="6857996"/>
                  </a:lnTo>
                  <a:lnTo>
                    <a:pt x="1255752" y="0"/>
                  </a:lnTo>
                  <a:close/>
                </a:path>
              </a:pathLst>
            </a:custGeom>
            <a:solidFill>
              <a:srgbClr val="226192">
                <a:alpha val="79998"/>
              </a:srgbClr>
            </a:solidFill>
          </p:spPr>
          <p:txBody>
            <a:bodyPr bIns="0" lIns="0" rIns="0" rtlCol="0" tIns="0" wrap="square"/>
            <a:p/>
          </p:txBody>
        </p:sp>
        <p:sp>
          <p:nvSpPr>
            <p:cNvPr id="1048635" name="object 12"/>
            <p:cNvSpPr/>
            <p:nvPr/>
          </p:nvSpPr>
          <p:spPr>
            <a:xfrm>
              <a:off x="10372725" y="3590925"/>
              <a:ext cx="1819275" cy="3267075"/>
            </a:xfrm>
            <a:custGeom>
              <a:avLst/>
              <a:ah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bIns="0" lIns="0" rIns="0" rtlCol="0" tIns="0" wrap="square"/>
            <a:p/>
          </p:txBody>
        </p:sp>
      </p:grpSp>
      <p:sp>
        <p:nvSpPr>
          <p:cNvPr id="1048636" name="object 13"/>
          <p:cNvSpPr/>
          <p:nvPr/>
        </p:nvSpPr>
        <p:spPr>
          <a:xfrm>
            <a:off x="0" y="4010025"/>
            <a:ext cx="447675" cy="2847975"/>
          </a:xfrm>
          <a:custGeom>
            <a:avLst/>
            <a:ah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bIns="0" lIns="0" rIns="0" rtlCol="0" tIns="0" wrap="square"/>
          <a:p/>
        </p:txBody>
      </p:sp>
      <p:sp>
        <p:nvSpPr>
          <p:cNvPr id="1048637" name="object 14"/>
          <p:cNvSpPr txBox="1"/>
          <p:nvPr/>
        </p:nvSpPr>
        <p:spPr>
          <a:xfrm>
            <a:off x="752475" y="6486037"/>
            <a:ext cx="1773555" cy="166370"/>
          </a:xfrm>
          <a:prstGeom prst="rect"/>
        </p:spPr>
        <p:txBody>
          <a:bodyPr bIns="0" lIns="0" rIns="0" rtlCol="0" tIns="0" vert="horz" wrap="square">
            <a:spAutoFit/>
          </a:bodyPr>
          <a:p>
            <a:pPr>
              <a:lnSpc>
                <a:spcPts val="1275"/>
              </a:lnSpc>
            </a:pPr>
            <a:r>
              <a:rPr dirty="0" sz="1100" spc="20">
                <a:solidFill>
                  <a:srgbClr val="2D83C3"/>
                </a:solidFill>
                <a:latin typeface="Trebuchet MS" panose="020B0603020202020204"/>
                <a:cs typeface="Trebuchet MS" panose="020B0603020202020204"/>
              </a:rPr>
              <a:t>3/21/202</a:t>
            </a:r>
            <a:r>
              <a:rPr dirty="0" sz="1100" spc="10">
                <a:solidFill>
                  <a:srgbClr val="2D83C3"/>
                </a:solidFill>
                <a:latin typeface="Trebuchet MS" panose="020B0603020202020204"/>
                <a:cs typeface="Trebuchet MS" panose="020B0603020202020204"/>
              </a:rPr>
              <a:t>4</a:t>
            </a:r>
            <a:r>
              <a:rPr dirty="0" sz="1100">
                <a:solidFill>
                  <a:srgbClr val="2D83C3"/>
                </a:solidFill>
                <a:latin typeface="Trebuchet MS" panose="020B0603020202020204"/>
                <a:cs typeface="Trebuchet MS" panose="020B0603020202020204"/>
              </a:rPr>
              <a:t> </a:t>
            </a:r>
            <a:r>
              <a:rPr dirty="0" sz="1100" spc="130">
                <a:solidFill>
                  <a:srgbClr val="2D83C3"/>
                </a:solidFill>
                <a:latin typeface="Trebuchet MS" panose="020B0603020202020204"/>
                <a:cs typeface="Trebuchet MS" panose="020B0603020202020204"/>
              </a:rPr>
              <a:t> </a:t>
            </a:r>
            <a:r>
              <a:rPr b="1" dirty="0" sz="1100" spc="50">
                <a:solidFill>
                  <a:srgbClr val="2D83C3"/>
                </a:solidFill>
                <a:latin typeface="Trebuchet MS" panose="020B0603020202020204"/>
                <a:cs typeface="Trebuchet MS" panose="020B0603020202020204"/>
              </a:rPr>
              <a:t>A</a:t>
            </a:r>
            <a:r>
              <a:rPr b="1" dirty="0" sz="1100" spc="15">
                <a:solidFill>
                  <a:srgbClr val="2D83C3"/>
                </a:solidFill>
                <a:latin typeface="Trebuchet MS" panose="020B0603020202020204"/>
                <a:cs typeface="Trebuchet MS" panose="020B0603020202020204"/>
              </a:rPr>
              <a:t>nnu</a:t>
            </a:r>
            <a:r>
              <a:rPr b="1" dirty="0" sz="1100" spc="10">
                <a:solidFill>
                  <a:srgbClr val="2D83C3"/>
                </a:solidFill>
                <a:latin typeface="Trebuchet MS" panose="020B0603020202020204"/>
                <a:cs typeface="Trebuchet MS" panose="020B0603020202020204"/>
              </a:rPr>
              <a:t>al</a:t>
            </a:r>
            <a:r>
              <a:rPr b="1" dirty="0" sz="1100" spc="-140">
                <a:solidFill>
                  <a:srgbClr val="2D83C3"/>
                </a:solidFill>
                <a:latin typeface="Trebuchet MS" panose="020B0603020202020204"/>
                <a:cs typeface="Trebuchet MS" panose="020B0603020202020204"/>
              </a:rPr>
              <a:t> </a:t>
            </a:r>
            <a:r>
              <a:rPr b="1" dirty="0" sz="1100">
                <a:solidFill>
                  <a:srgbClr val="2D83C3"/>
                </a:solidFill>
                <a:latin typeface="Trebuchet MS" panose="020B0603020202020204"/>
                <a:cs typeface="Trebuchet MS" panose="020B0603020202020204"/>
              </a:rPr>
              <a:t>R</a:t>
            </a:r>
            <a:r>
              <a:rPr b="1" dirty="0" sz="1100" spc="35">
                <a:solidFill>
                  <a:srgbClr val="2D83C3"/>
                </a:solidFill>
                <a:latin typeface="Trebuchet MS" panose="020B0603020202020204"/>
                <a:cs typeface="Trebuchet MS" panose="020B0603020202020204"/>
              </a:rPr>
              <a:t>e</a:t>
            </a:r>
            <a:r>
              <a:rPr b="1" dirty="0" sz="1100" spc="90">
                <a:solidFill>
                  <a:srgbClr val="2D83C3"/>
                </a:solidFill>
                <a:latin typeface="Trebuchet MS" panose="020B0603020202020204"/>
                <a:cs typeface="Trebuchet MS" panose="020B0603020202020204"/>
              </a:rPr>
              <a:t>v</a:t>
            </a:r>
            <a:r>
              <a:rPr b="1" dirty="0" sz="1100" spc="-35">
                <a:solidFill>
                  <a:srgbClr val="2D83C3"/>
                </a:solidFill>
                <a:latin typeface="Trebuchet MS" panose="020B0603020202020204"/>
                <a:cs typeface="Trebuchet MS" panose="020B0603020202020204"/>
              </a:rPr>
              <a:t>i</a:t>
            </a:r>
            <a:r>
              <a:rPr b="1" dirty="0" sz="1100" spc="35">
                <a:solidFill>
                  <a:srgbClr val="2D83C3"/>
                </a:solidFill>
                <a:latin typeface="Trebuchet MS" panose="020B0603020202020204"/>
                <a:cs typeface="Trebuchet MS" panose="020B0603020202020204"/>
              </a:rPr>
              <a:t>e</a:t>
            </a:r>
            <a:r>
              <a:rPr b="1" dirty="0" sz="1100" spc="15">
                <a:solidFill>
                  <a:srgbClr val="2D83C3"/>
                </a:solidFill>
                <a:latin typeface="Trebuchet MS" panose="020B0603020202020204"/>
                <a:cs typeface="Trebuchet MS" panose="020B0603020202020204"/>
              </a:rPr>
              <a:t>w</a:t>
            </a:r>
            <a:endParaRPr sz="1100">
              <a:latin typeface="Trebuchet MS" panose="020B0603020202020204"/>
              <a:cs typeface="Trebuchet MS" panose="020B0603020202020204"/>
            </a:endParaRPr>
          </a:p>
        </p:txBody>
      </p:sp>
      <p:sp>
        <p:nvSpPr>
          <p:cNvPr id="1048638" name="object 15"/>
          <p:cNvSpPr/>
          <p:nvPr/>
        </p:nvSpPr>
        <p:spPr>
          <a:xfrm>
            <a:off x="7362825" y="447675"/>
            <a:ext cx="361950" cy="361950"/>
          </a:xfrm>
          <a:custGeom>
            <a:avLst/>
            <a:ahLst/>
            <a:rect l="l" t="t" r="r" b="b"/>
            <a:pathLst>
              <a:path w="361950" h="361950">
                <a:moveTo>
                  <a:pt x="180975" y="0"/>
                </a:moveTo>
                <a:lnTo>
                  <a:pt x="132864" y="6464"/>
                </a:lnTo>
                <a:lnTo>
                  <a:pt x="89633" y="24708"/>
                </a:lnTo>
                <a:lnTo>
                  <a:pt x="53006" y="53006"/>
                </a:lnTo>
                <a:lnTo>
                  <a:pt x="24708" y="89633"/>
                </a:lnTo>
                <a:lnTo>
                  <a:pt x="6464" y="132864"/>
                </a:lnTo>
                <a:lnTo>
                  <a:pt x="0" y="180975"/>
                </a:lnTo>
                <a:lnTo>
                  <a:pt x="6464" y="229085"/>
                </a:lnTo>
                <a:lnTo>
                  <a:pt x="24708" y="272316"/>
                </a:lnTo>
                <a:lnTo>
                  <a:pt x="53006" y="308943"/>
                </a:lnTo>
                <a:lnTo>
                  <a:pt x="89633" y="337241"/>
                </a:lnTo>
                <a:lnTo>
                  <a:pt x="132864" y="355485"/>
                </a:lnTo>
                <a:lnTo>
                  <a:pt x="180975" y="361950"/>
                </a:lnTo>
                <a:lnTo>
                  <a:pt x="229085" y="355485"/>
                </a:lnTo>
                <a:lnTo>
                  <a:pt x="272316" y="337241"/>
                </a:lnTo>
                <a:lnTo>
                  <a:pt x="308943" y="308943"/>
                </a:lnTo>
                <a:lnTo>
                  <a:pt x="337241" y="272316"/>
                </a:lnTo>
                <a:lnTo>
                  <a:pt x="355485" y="229085"/>
                </a:lnTo>
                <a:lnTo>
                  <a:pt x="361950" y="180975"/>
                </a:lnTo>
                <a:lnTo>
                  <a:pt x="355485" y="132864"/>
                </a:lnTo>
                <a:lnTo>
                  <a:pt x="337241" y="89633"/>
                </a:lnTo>
                <a:lnTo>
                  <a:pt x="308943" y="53006"/>
                </a:lnTo>
                <a:lnTo>
                  <a:pt x="272316" y="24708"/>
                </a:lnTo>
                <a:lnTo>
                  <a:pt x="229085" y="6464"/>
                </a:lnTo>
                <a:lnTo>
                  <a:pt x="180975" y="0"/>
                </a:lnTo>
                <a:close/>
              </a:path>
            </a:pathLst>
          </a:custGeom>
          <a:solidFill>
            <a:srgbClr val="EBEBEB"/>
          </a:solidFill>
        </p:spPr>
        <p:txBody>
          <a:bodyPr bIns="0" lIns="0" rIns="0" rtlCol="0" tIns="0" wrap="square"/>
          <a:p/>
        </p:txBody>
      </p:sp>
      <p:sp>
        <p:nvSpPr>
          <p:cNvPr id="1048639" name="object 16"/>
          <p:cNvSpPr/>
          <p:nvPr/>
        </p:nvSpPr>
        <p:spPr>
          <a:xfrm>
            <a:off x="11010900" y="5610225"/>
            <a:ext cx="647700" cy="647700"/>
          </a:xfrm>
          <a:custGeom>
            <a:avLst/>
            <a:ahLst/>
            <a:rect l="l" t="t" r="r" b="b"/>
            <a:pathLst>
              <a:path w="647700" h="647700">
                <a:moveTo>
                  <a:pt x="323850" y="0"/>
                </a:moveTo>
                <a:lnTo>
                  <a:pt x="276003" y="3511"/>
                </a:lnTo>
                <a:lnTo>
                  <a:pt x="230332" y="13711"/>
                </a:lnTo>
                <a:lnTo>
                  <a:pt x="187340" y="30099"/>
                </a:lnTo>
                <a:lnTo>
                  <a:pt x="147528" y="52175"/>
                </a:lnTo>
                <a:lnTo>
                  <a:pt x="111397" y="79436"/>
                </a:lnTo>
                <a:lnTo>
                  <a:pt x="79448" y="111381"/>
                </a:lnTo>
                <a:lnTo>
                  <a:pt x="52184" y="147511"/>
                </a:lnTo>
                <a:lnTo>
                  <a:pt x="30106" y="187324"/>
                </a:lnTo>
                <a:lnTo>
                  <a:pt x="13714" y="230319"/>
                </a:lnTo>
                <a:lnTo>
                  <a:pt x="3512" y="275994"/>
                </a:lnTo>
                <a:lnTo>
                  <a:pt x="0" y="323850"/>
                </a:lnTo>
                <a:lnTo>
                  <a:pt x="3512" y="371705"/>
                </a:lnTo>
                <a:lnTo>
                  <a:pt x="13714" y="417380"/>
                </a:lnTo>
                <a:lnTo>
                  <a:pt x="30106" y="460375"/>
                </a:lnTo>
                <a:lnTo>
                  <a:pt x="52184" y="500188"/>
                </a:lnTo>
                <a:lnTo>
                  <a:pt x="79448" y="536318"/>
                </a:lnTo>
                <a:lnTo>
                  <a:pt x="111397" y="568263"/>
                </a:lnTo>
                <a:lnTo>
                  <a:pt x="147528" y="595524"/>
                </a:lnTo>
                <a:lnTo>
                  <a:pt x="187340" y="617600"/>
                </a:lnTo>
                <a:lnTo>
                  <a:pt x="230332" y="633988"/>
                </a:lnTo>
                <a:lnTo>
                  <a:pt x="276003" y="644188"/>
                </a:lnTo>
                <a:lnTo>
                  <a:pt x="323850" y="647700"/>
                </a:lnTo>
                <a:lnTo>
                  <a:pt x="371696" y="644188"/>
                </a:lnTo>
                <a:lnTo>
                  <a:pt x="417367" y="633988"/>
                </a:lnTo>
                <a:lnTo>
                  <a:pt x="460359" y="617600"/>
                </a:lnTo>
                <a:lnTo>
                  <a:pt x="500171" y="595524"/>
                </a:lnTo>
                <a:lnTo>
                  <a:pt x="536302" y="568263"/>
                </a:lnTo>
                <a:lnTo>
                  <a:pt x="568251" y="536318"/>
                </a:lnTo>
                <a:lnTo>
                  <a:pt x="595515" y="500188"/>
                </a:lnTo>
                <a:lnTo>
                  <a:pt x="617593" y="460375"/>
                </a:lnTo>
                <a:lnTo>
                  <a:pt x="633985" y="417380"/>
                </a:lnTo>
                <a:lnTo>
                  <a:pt x="644187" y="371705"/>
                </a:lnTo>
                <a:lnTo>
                  <a:pt x="647700" y="323850"/>
                </a:lnTo>
                <a:lnTo>
                  <a:pt x="644187" y="275994"/>
                </a:lnTo>
                <a:lnTo>
                  <a:pt x="633985" y="230319"/>
                </a:lnTo>
                <a:lnTo>
                  <a:pt x="617593" y="187324"/>
                </a:lnTo>
                <a:lnTo>
                  <a:pt x="595515" y="147511"/>
                </a:lnTo>
                <a:lnTo>
                  <a:pt x="568251" y="111381"/>
                </a:lnTo>
                <a:lnTo>
                  <a:pt x="536302" y="79436"/>
                </a:lnTo>
                <a:lnTo>
                  <a:pt x="500171" y="52175"/>
                </a:lnTo>
                <a:lnTo>
                  <a:pt x="460359" y="30099"/>
                </a:lnTo>
                <a:lnTo>
                  <a:pt x="417367" y="13711"/>
                </a:lnTo>
                <a:lnTo>
                  <a:pt x="371696" y="3511"/>
                </a:lnTo>
                <a:lnTo>
                  <a:pt x="323850" y="0"/>
                </a:lnTo>
                <a:close/>
              </a:path>
            </a:pathLst>
          </a:custGeom>
          <a:solidFill>
            <a:srgbClr val="2D83C3"/>
          </a:solidFill>
        </p:spPr>
        <p:txBody>
          <a:bodyPr bIns="0" lIns="0" rIns="0" rtlCol="0" tIns="0" wrap="square"/>
          <a:p/>
        </p:txBody>
      </p:sp>
      <p:pic>
        <p:nvPicPr>
          <p:cNvPr id="2097155" name="object 17"/>
          <p:cNvPicPr>
            <a:picLocks/>
          </p:cNvPicPr>
          <p:nvPr/>
        </p:nvPicPr>
        <p:blipFill>
          <a:blip xmlns:r="http://schemas.openxmlformats.org/officeDocument/2006/relationships" r:embed="rId1" cstate="print"/>
          <a:stretch>
            <a:fillRect/>
          </a:stretch>
        </p:blipFill>
        <p:spPr>
          <a:xfrm>
            <a:off x="10687050" y="6134100"/>
            <a:ext cx="247650" cy="247650"/>
          </a:xfrm>
          <a:prstGeom prst="rect"/>
        </p:spPr>
      </p:pic>
      <p:grpSp>
        <p:nvGrpSpPr>
          <p:cNvPr id="29" name="object 18"/>
          <p:cNvGrpSpPr/>
          <p:nvPr/>
        </p:nvGrpSpPr>
        <p:grpSpPr>
          <a:xfrm>
            <a:off x="47625" y="3819523"/>
            <a:ext cx="4124325" cy="3009900"/>
            <a:chOff x="47625" y="3819523"/>
            <a:chExt cx="4124325" cy="3009900"/>
          </a:xfrm>
        </p:grpSpPr>
        <p:pic>
          <p:nvPicPr>
            <p:cNvPr id="2097156" name="object 19"/>
            <p:cNvPicPr>
              <a:picLocks/>
            </p:cNvPicPr>
            <p:nvPr/>
          </p:nvPicPr>
          <p:blipFill>
            <a:blip xmlns:r="http://schemas.openxmlformats.org/officeDocument/2006/relationships" r:embed="rId2" cstate="print"/>
            <a:stretch>
              <a:fillRect/>
            </a:stretch>
          </p:blipFill>
          <p:spPr>
            <a:xfrm>
              <a:off x="466725" y="6410325"/>
              <a:ext cx="3705225" cy="295275"/>
            </a:xfrm>
            <a:prstGeom prst="rect"/>
          </p:spPr>
        </p:pic>
        <p:pic>
          <p:nvPicPr>
            <p:cNvPr id="2097157" name="object 20"/>
            <p:cNvPicPr>
              <a:picLocks/>
            </p:cNvPicPr>
            <p:nvPr/>
          </p:nvPicPr>
          <p:blipFill>
            <a:blip xmlns:r="http://schemas.openxmlformats.org/officeDocument/2006/relationships" r:embed="rId3" cstate="print"/>
            <a:stretch>
              <a:fillRect/>
            </a:stretch>
          </p:blipFill>
          <p:spPr>
            <a:xfrm>
              <a:off x="47625" y="3819523"/>
              <a:ext cx="1733550" cy="3009898"/>
            </a:xfrm>
            <a:prstGeom prst="rect"/>
          </p:spPr>
        </p:pic>
      </p:grpSp>
      <p:sp>
        <p:nvSpPr>
          <p:cNvPr id="1048640" name="object 21"/>
          <p:cNvSpPr txBox="1">
            <a:spLocks noGrp="1"/>
          </p:cNvSpPr>
          <p:nvPr>
            <p:ph type="title"/>
          </p:nvPr>
        </p:nvSpPr>
        <p:spPr>
          <a:xfrm>
            <a:off x="739775" y="445388"/>
            <a:ext cx="2357120" cy="758190"/>
          </a:xfrm>
          <a:prstGeom prst="rect"/>
        </p:spPr>
        <p:txBody>
          <a:bodyPr bIns="0" lIns="0" rIns="0" rtlCol="0" tIns="13335" vert="horz" wrap="square">
            <a:spAutoFit/>
          </a:bodyPr>
          <a:p>
            <a:pPr marL="12700">
              <a:lnSpc>
                <a:spcPct val="100000"/>
              </a:lnSpc>
              <a:spcBef>
                <a:spcPts val="105"/>
              </a:spcBef>
            </a:pPr>
            <a:r>
              <a:rPr dirty="0" spc="25"/>
              <a:t>A</a:t>
            </a:r>
            <a:r>
              <a:rPr dirty="0" spc="-5"/>
              <a:t>G</a:t>
            </a:r>
            <a:r>
              <a:rPr dirty="0" spc="-35"/>
              <a:t>E</a:t>
            </a:r>
            <a:r>
              <a:rPr dirty="0" spc="15"/>
              <a:t>N</a:t>
            </a:r>
            <a:r>
              <a:rPr dirty="0"/>
              <a:t>DA</a:t>
            </a:r>
            <a:endParaRPr dirty="0"/>
          </a:p>
        </p:txBody>
      </p:sp>
      <p:sp>
        <p:nvSpPr>
          <p:cNvPr id="1048641" name="object 22"/>
          <p:cNvSpPr txBox="1">
            <a:spLocks noGrp="1"/>
          </p:cNvSpPr>
          <p:nvPr>
            <p:ph type="sldNum" sz="quarter" idx="7"/>
          </p:nvPr>
        </p:nvSpPr>
        <p:spPr>
          <a:prstGeom prst="rect"/>
        </p:spPr>
        <p:txBody>
          <a:bodyPr bIns="0" lIns="0" rIns="0" rtlCol="0" tIns="6985" vert="horz" wrap="square">
            <a:spAutoFit/>
          </a:bodyPr>
          <a:p>
            <a:pPr marL="38100">
              <a:lnSpc>
                <a:spcPct val="100000"/>
              </a:lnSpc>
              <a:spcBef>
                <a:spcPts val="55"/>
              </a:spcBef>
            </a:pPr>
            <a:fld id="{81D60167-4931-47E6-BA6A-407CBD079E47}" type="slidenum">
              <a:rPr dirty="0" spc="10"/>
              <a:t>3</a:t>
            </a:fld>
            <a:endParaRPr dirty="0" spc="10"/>
          </a:p>
        </p:txBody>
      </p:sp>
      <p:sp>
        <p:nvSpPr>
          <p:cNvPr id="1048642" name="Text Box 22"/>
          <p:cNvSpPr txBox="1"/>
          <p:nvPr/>
        </p:nvSpPr>
        <p:spPr>
          <a:xfrm>
            <a:off x="2286000" y="1600200"/>
            <a:ext cx="5633720" cy="4714240"/>
          </a:xfrm>
          <a:prstGeom prst="rect"/>
          <a:noFill/>
        </p:spPr>
        <p:txBody>
          <a:bodyPr rtlCol="0" wrap="square">
            <a:spAutoFit/>
          </a:bodyPr>
          <a:p>
            <a:pPr indent="-285750" marL="285750">
              <a:lnSpc>
                <a:spcPct val="150000"/>
              </a:lnSpc>
              <a:buFont typeface="Arial" panose="020B0604020202020204" pitchFamily="34" charset="0"/>
              <a:buChar char="•"/>
            </a:pPr>
            <a:r>
              <a:rPr dirty="0" sz="2400" lang="en-IN">
                <a:latin typeface="Times New Roman" panose="02020603050405020304" pitchFamily="18" charset="0"/>
                <a:cs typeface="Times New Roman" panose="02020603050405020304" pitchFamily="18" charset="0"/>
                <a:sym typeface="+mn-ea"/>
              </a:rPr>
              <a:t>Introduction</a:t>
            </a:r>
            <a:endParaRPr dirty="0" sz="2400" lang="en-IN">
              <a:latin typeface="Times New Roman" panose="02020603050405020304" pitchFamily="18" charset="0"/>
              <a:cs typeface="Times New Roman" panose="02020603050405020304" pitchFamily="18" charset="0"/>
            </a:endParaRPr>
          </a:p>
          <a:p>
            <a:pPr indent="-285750" marL="285750">
              <a:lnSpc>
                <a:spcPct val="150000"/>
              </a:lnSpc>
              <a:buFont typeface="Arial" panose="020B0604020202020204" pitchFamily="34" charset="0"/>
              <a:buChar char="•"/>
            </a:pPr>
            <a:r>
              <a:rPr dirty="0" sz="2400" lang="en-IN">
                <a:latin typeface="Times New Roman" panose="02020603050405020304" pitchFamily="18" charset="0"/>
                <a:cs typeface="Times New Roman" panose="02020603050405020304" pitchFamily="18" charset="0"/>
                <a:sym typeface="+mn-ea"/>
              </a:rPr>
              <a:t>Problem Statement</a:t>
            </a:r>
            <a:endParaRPr dirty="0" sz="2400" lang="en-IN">
              <a:latin typeface="Times New Roman" panose="02020603050405020304" pitchFamily="18" charset="0"/>
              <a:cs typeface="Times New Roman" panose="02020603050405020304" pitchFamily="18" charset="0"/>
            </a:endParaRPr>
          </a:p>
          <a:p>
            <a:pPr indent="-285750" marL="285750">
              <a:lnSpc>
                <a:spcPct val="150000"/>
              </a:lnSpc>
              <a:buFont typeface="Arial" panose="020B0604020202020204" pitchFamily="34" charset="0"/>
              <a:buChar char="•"/>
            </a:pPr>
            <a:r>
              <a:rPr dirty="0" sz="2400" lang="en-IN">
                <a:latin typeface="Times New Roman" panose="02020603050405020304" pitchFamily="18" charset="0"/>
                <a:cs typeface="Times New Roman" panose="02020603050405020304" pitchFamily="18" charset="0"/>
                <a:sym typeface="+mn-ea"/>
              </a:rPr>
              <a:t>Problem Overview</a:t>
            </a:r>
            <a:endParaRPr dirty="0" sz="2400" lang="en-IN">
              <a:latin typeface="Times New Roman" panose="02020603050405020304" pitchFamily="18" charset="0"/>
              <a:cs typeface="Times New Roman" panose="02020603050405020304" pitchFamily="18" charset="0"/>
            </a:endParaRPr>
          </a:p>
          <a:p>
            <a:pPr indent="-285750" marL="285750">
              <a:lnSpc>
                <a:spcPct val="150000"/>
              </a:lnSpc>
              <a:buFont typeface="Arial" panose="020B0604020202020204" pitchFamily="34" charset="0"/>
              <a:buChar char="•"/>
            </a:pPr>
            <a:r>
              <a:rPr dirty="0" sz="2400" lang="en-IN">
                <a:latin typeface="Times New Roman" panose="02020603050405020304" pitchFamily="18" charset="0"/>
                <a:cs typeface="Times New Roman" panose="02020603050405020304" pitchFamily="18" charset="0"/>
                <a:sym typeface="+mn-ea"/>
              </a:rPr>
              <a:t>Who are the End users?</a:t>
            </a:r>
            <a:endParaRPr dirty="0" sz="2400" lang="en-IN">
              <a:latin typeface="Times New Roman" panose="02020603050405020304" pitchFamily="18" charset="0"/>
              <a:cs typeface="Times New Roman" panose="02020603050405020304" pitchFamily="18" charset="0"/>
            </a:endParaRPr>
          </a:p>
          <a:p>
            <a:pPr indent="-285750" marL="285750">
              <a:lnSpc>
                <a:spcPct val="150000"/>
              </a:lnSpc>
              <a:buFont typeface="Arial" panose="020B0604020202020204" pitchFamily="34" charset="0"/>
              <a:buChar char="•"/>
            </a:pPr>
            <a:r>
              <a:rPr dirty="0" sz="2400" lang="en-IN">
                <a:latin typeface="Times New Roman" panose="02020603050405020304" pitchFamily="18" charset="0"/>
                <a:cs typeface="Times New Roman" panose="02020603050405020304" pitchFamily="18" charset="0"/>
                <a:sym typeface="+mn-ea"/>
              </a:rPr>
              <a:t>Your Solution and its Value Proposition</a:t>
            </a:r>
            <a:endParaRPr dirty="0" sz="2400" lang="en-IN">
              <a:latin typeface="Times New Roman" panose="02020603050405020304" pitchFamily="18" charset="0"/>
              <a:cs typeface="Times New Roman" panose="02020603050405020304" pitchFamily="18" charset="0"/>
            </a:endParaRPr>
          </a:p>
          <a:p>
            <a:pPr indent="-285750" marL="285750">
              <a:lnSpc>
                <a:spcPct val="150000"/>
              </a:lnSpc>
              <a:buFont typeface="Arial" panose="020B0604020202020204" pitchFamily="34" charset="0"/>
              <a:buChar char="•"/>
            </a:pPr>
            <a:r>
              <a:rPr dirty="0" sz="2400" lang="en-IN">
                <a:latin typeface="Times New Roman" panose="02020603050405020304" pitchFamily="18" charset="0"/>
                <a:cs typeface="Times New Roman" panose="02020603050405020304" pitchFamily="18" charset="0"/>
                <a:sym typeface="+mn-ea"/>
              </a:rPr>
              <a:t>The Wow in your solution</a:t>
            </a:r>
            <a:endParaRPr dirty="0" sz="2400" lang="en-IN">
              <a:latin typeface="Times New Roman" panose="02020603050405020304" pitchFamily="18" charset="0"/>
              <a:cs typeface="Times New Roman" panose="02020603050405020304" pitchFamily="18" charset="0"/>
            </a:endParaRPr>
          </a:p>
          <a:p>
            <a:pPr indent="-285750" marL="285750">
              <a:lnSpc>
                <a:spcPct val="150000"/>
              </a:lnSpc>
              <a:buFont typeface="Arial" panose="020B0604020202020204" pitchFamily="34" charset="0"/>
              <a:buChar char="•"/>
            </a:pPr>
            <a:r>
              <a:rPr dirty="0" sz="2400" lang="en-IN">
                <a:latin typeface="Times New Roman" panose="02020603050405020304" pitchFamily="18" charset="0"/>
                <a:cs typeface="Times New Roman" panose="02020603050405020304" pitchFamily="18" charset="0"/>
                <a:sym typeface="+mn-ea"/>
              </a:rPr>
              <a:t>Modelling</a:t>
            </a:r>
            <a:endParaRPr dirty="0" sz="2400" lang="en-IN">
              <a:latin typeface="Times New Roman" panose="02020603050405020304" pitchFamily="18" charset="0"/>
              <a:cs typeface="Times New Roman" panose="02020603050405020304" pitchFamily="18" charset="0"/>
            </a:endParaRPr>
          </a:p>
          <a:p>
            <a:pPr indent="-285750" marL="285750">
              <a:lnSpc>
                <a:spcPct val="150000"/>
              </a:lnSpc>
              <a:buFont typeface="Arial" panose="020B0604020202020204" pitchFamily="34" charset="0"/>
              <a:buChar char="•"/>
            </a:pPr>
            <a:r>
              <a:rPr dirty="0" sz="2400" lang="en-IN">
                <a:latin typeface="Times New Roman" panose="02020603050405020304" pitchFamily="18" charset="0"/>
                <a:cs typeface="Times New Roman" panose="02020603050405020304" pitchFamily="18" charset="0"/>
                <a:sym typeface="+mn-ea"/>
              </a:rPr>
              <a:t>Result</a:t>
            </a:r>
            <a:endParaRPr dirty="0" sz="2400" lang="en-IN">
              <a:latin typeface="Times New Roman" panose="02020603050405020304" pitchFamily="18" charset="0"/>
              <a:cs typeface="Times New Roman" panose="02020603050405020304" pitchFamily="18" charset="0"/>
            </a:endParaRPr>
          </a:p>
          <a:p>
            <a:endParaRPr dirty="0" sz="2400" lang="en-IN">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30" name=""/>
        <p:cNvGrpSpPr/>
        <p:nvPr/>
      </p:nvGrpSpPr>
      <p:grpSpPr>
        <a:xfrm/>
      </p:grpSpPr>
      <p:sp>
        <p:nvSpPr>
          <p:cNvPr id="1048643" name="Title 1"/>
          <p:cNvSpPr>
            <a:spLocks noGrp="1"/>
          </p:cNvSpPr>
          <p:nvPr>
            <p:ph type="ctrTitle"/>
          </p:nvPr>
        </p:nvSpPr>
        <p:spPr>
          <a:xfrm>
            <a:off x="762254" y="1142745"/>
            <a:ext cx="5800851" cy="419100"/>
          </a:xfrm>
        </p:spPr>
        <p:txBody>
          <a:bodyPr/>
          <a:p>
            <a:r>
              <a:rPr b="1" sz="2800" lang="en-US"/>
              <a:t>INTRODUCTION TO KEYLOGGER</a:t>
            </a:r>
            <a:endParaRPr b="1" sz="2800" lang="en-US"/>
          </a:p>
        </p:txBody>
      </p:sp>
      <p:sp>
        <p:nvSpPr>
          <p:cNvPr id="1048644" name="Subtitle 2"/>
          <p:cNvSpPr>
            <a:spLocks noGrp="1"/>
          </p:cNvSpPr>
          <p:nvPr>
            <p:ph type="subTitle" idx="4"/>
          </p:nvPr>
        </p:nvSpPr>
        <p:spPr>
          <a:xfrm>
            <a:off x="892810" y="2438400"/>
            <a:ext cx="8534400" cy="1494155"/>
          </a:xfrm>
        </p:spPr>
        <p:txBody>
          <a:bodyPr>
            <a:noAutofit/>
          </a:bodyPr>
          <a:p>
            <a:pPr algn="just"/>
            <a:r>
              <a:rPr dirty="0" lang="en-US">
                <a:solidFill>
                  <a:schemeClr val="tx1"/>
                </a:solidFill>
                <a:effectLst/>
                <a:latin typeface="Bahnschrift" panose="020B0502040204020203" pitchFamily="34" charset="0"/>
                <a:sym typeface="+mn-ea"/>
              </a:rPr>
              <a:t>           </a:t>
            </a:r>
            <a:r>
              <a:rPr dirty="0" sz="2400" lang="en-US">
                <a:solidFill>
                  <a:schemeClr val="tx1"/>
                </a:solidFill>
                <a:effectLst/>
                <a:latin typeface="Bahnschrift" panose="020B0502040204020203" pitchFamily="34" charset="0"/>
                <a:sym typeface="+mn-ea"/>
              </a:rPr>
              <a:t>Keylogger is a computer program that records every Keystroke made by a computer user, especially to gain fraudulent access to passw</a:t>
            </a:r>
            <a:r>
              <a:rPr dirty="0" sz="2400" lang="en-US">
                <a:solidFill>
                  <a:schemeClr val="tx1"/>
                </a:solidFill>
                <a:latin typeface="Bahnschrift" panose="020B0502040204020203" pitchFamily="34" charset="0"/>
                <a:sym typeface="+mn-ea"/>
              </a:rPr>
              <a:t>ords</a:t>
            </a:r>
            <a:r>
              <a:rPr dirty="0" sz="2400" lang="en-US">
                <a:solidFill>
                  <a:schemeClr val="tx1"/>
                </a:solidFill>
                <a:effectLst/>
                <a:latin typeface="Bahnschrift" panose="020B0502040204020203" pitchFamily="34" charset="0"/>
                <a:sym typeface="+mn-ea"/>
              </a:rPr>
              <a:t> and other confidential information.</a:t>
            </a:r>
            <a:endParaRPr dirty="0" sz="2400" lang="en-US">
              <a:solidFill>
                <a:schemeClr val="tx1"/>
              </a:solidFill>
              <a:effectLst/>
              <a:latin typeface="Bahnschrift" panose="020B0502040204020203" pitchFamily="34" charset="0"/>
              <a:sym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31" name=""/>
        <p:cNvGrpSpPr/>
        <p:nvPr/>
      </p:nvGrpSpPr>
      <p:grpSpPr>
        <a:xfrm>
          <a:off x="0" y="0"/>
          <a:ext cx="0" cy="0"/>
          <a:chOff x="0" y="0"/>
          <a:chExt cx="0" cy="0"/>
        </a:xfrm>
      </p:grpSpPr>
      <p:grpSp>
        <p:nvGrpSpPr>
          <p:cNvPr id="32" name="object 2"/>
          <p:cNvGrpSpPr/>
          <p:nvPr/>
        </p:nvGrpSpPr>
        <p:grpSpPr>
          <a:xfrm>
            <a:off x="7991475" y="2933700"/>
            <a:ext cx="2762250" cy="3257550"/>
            <a:chOff x="7991475" y="2933700"/>
            <a:chExt cx="2762250" cy="3257550"/>
          </a:xfrm>
        </p:grpSpPr>
        <p:sp>
          <p:nvSpPr>
            <p:cNvPr id="1048645" name="object 3"/>
            <p:cNvSpPr/>
            <p:nvPr/>
          </p:nvSpPr>
          <p:spPr>
            <a:xfrm>
              <a:off x="9353550" y="5362575"/>
              <a:ext cx="457200" cy="457200"/>
            </a:xfrm>
            <a:custGeom>
              <a:avLst/>
              <a:ah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bIns="0" lIns="0" rIns="0" rtlCol="0" tIns="0" wrap="square"/>
            <a:p/>
          </p:txBody>
        </p:sp>
        <p:sp>
          <p:nvSpPr>
            <p:cNvPr id="1048646" name="object 4"/>
            <p:cNvSpPr/>
            <p:nvPr/>
          </p:nvSpPr>
          <p:spPr>
            <a:xfrm>
              <a:off x="9353550" y="5895975"/>
              <a:ext cx="180975" cy="180975"/>
            </a:xfrm>
            <a:custGeom>
              <a:avLst/>
              <a:ah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bIns="0" lIns="0" rIns="0" rtlCol="0" tIns="0" wrap="square"/>
            <a:p/>
          </p:txBody>
        </p:sp>
        <p:pic>
          <p:nvPicPr>
            <p:cNvPr id="2097158" name="object 5"/>
            <p:cNvPicPr>
              <a:picLocks/>
            </p:cNvPicPr>
            <p:nvPr/>
          </p:nvPicPr>
          <p:blipFill>
            <a:blip xmlns:r="http://schemas.openxmlformats.org/officeDocument/2006/relationships" r:embed="rId1" cstate="print"/>
            <a:stretch>
              <a:fillRect/>
            </a:stretch>
          </p:blipFill>
          <p:spPr>
            <a:xfrm>
              <a:off x="7991475" y="2933700"/>
              <a:ext cx="2762250" cy="3257550"/>
            </a:xfrm>
            <a:prstGeom prst="rect"/>
          </p:spPr>
        </p:pic>
      </p:grpSp>
      <p:sp>
        <p:nvSpPr>
          <p:cNvPr id="1048647" name="object 6"/>
          <p:cNvSpPr/>
          <p:nvPr/>
        </p:nvSpPr>
        <p:spPr>
          <a:xfrm>
            <a:off x="6696075" y="1695450"/>
            <a:ext cx="314325" cy="323850"/>
          </a:xfrm>
          <a:custGeom>
            <a:avLst/>
            <a:ah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bIns="0" lIns="0" rIns="0" rtlCol="0" tIns="0" wrap="square"/>
          <a:p/>
        </p:txBody>
      </p:sp>
      <p:sp>
        <p:nvSpPr>
          <p:cNvPr id="1048648" name="object 7"/>
          <p:cNvSpPr txBox="1">
            <a:spLocks noGrp="1"/>
          </p:cNvSpPr>
          <p:nvPr>
            <p:ph type="title"/>
          </p:nvPr>
        </p:nvSpPr>
        <p:spPr>
          <a:xfrm>
            <a:off x="834072" y="575055"/>
            <a:ext cx="5636895" cy="638810"/>
          </a:xfrm>
          <a:prstGeom prst="rect"/>
        </p:spPr>
        <p:txBody>
          <a:bodyPr bIns="0" lIns="0" rIns="0" rtlCol="0" tIns="16510" vert="horz" wrap="square">
            <a:spAutoFit/>
          </a:bodyPr>
          <a:p>
            <a:pPr marL="12700">
              <a:lnSpc>
                <a:spcPct val="100000"/>
              </a:lnSpc>
              <a:spcBef>
                <a:spcPts val="130"/>
              </a:spcBef>
              <a:tabLst>
                <a:tab algn="l" pos="2727960"/>
              </a:tabLst>
            </a:pPr>
            <a:r>
              <a:rPr dirty="0" sz="4250" spc="-20"/>
              <a:t>P</a:t>
            </a:r>
            <a:r>
              <a:rPr dirty="0" sz="4250" spc="15"/>
              <a:t>ROB</a:t>
            </a:r>
            <a:r>
              <a:rPr dirty="0" sz="4250" spc="55"/>
              <a:t>L</a:t>
            </a:r>
            <a:r>
              <a:rPr dirty="0" sz="4250" spc="-20"/>
              <a:t>E</a:t>
            </a:r>
            <a:r>
              <a:rPr dirty="0" sz="4250" spc="20"/>
              <a:t>M</a:t>
            </a:r>
            <a:r>
              <a:rPr dirty="0" sz="4250" lang="en-US" spc="20"/>
              <a:t> </a:t>
            </a:r>
            <a:r>
              <a:rPr dirty="0" sz="4250" lang="en-US" spc="20"/>
              <a:t>S</a:t>
            </a:r>
            <a:r>
              <a:rPr dirty="0" sz="4250" lang="en-US" spc="-375"/>
              <a:t>T</a:t>
            </a:r>
            <a:r>
              <a:rPr dirty="0" sz="4250" lang="en-US" spc="-375"/>
              <a:t>A</a:t>
            </a:r>
            <a:r>
              <a:rPr dirty="0" sz="4250" lang="en-US" spc="-375"/>
              <a:t>T</a:t>
            </a:r>
            <a:r>
              <a:rPr dirty="0" sz="4250" lang="en-US" spc="-375"/>
              <a:t>E</a:t>
            </a:r>
            <a:r>
              <a:rPr dirty="0" sz="4250" lang="en-US" spc="-375"/>
              <a:t>M</a:t>
            </a:r>
            <a:r>
              <a:rPr dirty="0" sz="4250" lang="en-US" spc="-375"/>
              <a:t>E</a:t>
            </a:r>
            <a:r>
              <a:rPr dirty="0" sz="4250" lang="en-US" spc="-375"/>
              <a:t>N</a:t>
            </a:r>
            <a:r>
              <a:rPr dirty="0" sz="4250" lang="en-US" spc="-375"/>
              <a:t>T</a:t>
            </a:r>
            <a:r>
              <a:rPr dirty="0" sz="4250" lang="en-US" spc="-375"/>
              <a:t> </a:t>
            </a:r>
            <a:endParaRPr sz="4250"/>
          </a:p>
        </p:txBody>
      </p:sp>
      <p:pic>
        <p:nvPicPr>
          <p:cNvPr id="2097159" name="object 8"/>
          <p:cNvPicPr>
            <a:picLocks/>
          </p:cNvPicPr>
          <p:nvPr/>
        </p:nvPicPr>
        <p:blipFill>
          <a:blip xmlns:r="http://schemas.openxmlformats.org/officeDocument/2006/relationships" r:embed="rId2" cstate="print"/>
          <a:stretch>
            <a:fillRect/>
          </a:stretch>
        </p:blipFill>
        <p:spPr>
          <a:xfrm>
            <a:off x="676275" y="6467475"/>
            <a:ext cx="2143125" cy="200025"/>
          </a:xfrm>
          <a:prstGeom prst="rect"/>
        </p:spPr>
      </p:pic>
      <p:sp>
        <p:nvSpPr>
          <p:cNvPr id="1048649" name="object 9"/>
          <p:cNvSpPr txBox="1"/>
          <p:nvPr/>
        </p:nvSpPr>
        <p:spPr>
          <a:xfrm>
            <a:off x="739775" y="6473337"/>
            <a:ext cx="1798955" cy="191770"/>
          </a:xfrm>
          <a:prstGeom prst="rect"/>
        </p:spPr>
        <p:txBody>
          <a:bodyPr bIns="0" lIns="0" rIns="0" rtlCol="0" tIns="6985" vert="horz" wrap="square">
            <a:spAutoFit/>
          </a:bodyPr>
          <a:p>
            <a:pPr marL="12700">
              <a:lnSpc>
                <a:spcPct val="100000"/>
              </a:lnSpc>
              <a:spcBef>
                <a:spcPts val="55"/>
              </a:spcBef>
            </a:pPr>
            <a:r>
              <a:rPr dirty="0" sz="1100" spc="20">
                <a:solidFill>
                  <a:srgbClr val="2D83C3"/>
                </a:solidFill>
                <a:latin typeface="Trebuchet MS" panose="020B0603020202020204"/>
                <a:cs typeface="Trebuchet MS" panose="020B0603020202020204"/>
              </a:rPr>
              <a:t>3/21/202</a:t>
            </a:r>
            <a:r>
              <a:rPr dirty="0" sz="1100" spc="10">
                <a:solidFill>
                  <a:srgbClr val="2D83C3"/>
                </a:solidFill>
                <a:latin typeface="Trebuchet MS" panose="020B0603020202020204"/>
                <a:cs typeface="Trebuchet MS" panose="020B0603020202020204"/>
              </a:rPr>
              <a:t>4</a:t>
            </a:r>
            <a:r>
              <a:rPr dirty="0" sz="1100">
                <a:solidFill>
                  <a:srgbClr val="2D83C3"/>
                </a:solidFill>
                <a:latin typeface="Trebuchet MS" panose="020B0603020202020204"/>
                <a:cs typeface="Trebuchet MS" panose="020B0603020202020204"/>
              </a:rPr>
              <a:t> </a:t>
            </a:r>
            <a:r>
              <a:rPr dirty="0" sz="1100" spc="130">
                <a:solidFill>
                  <a:srgbClr val="2D83C3"/>
                </a:solidFill>
                <a:latin typeface="Trebuchet MS" panose="020B0603020202020204"/>
                <a:cs typeface="Trebuchet MS" panose="020B0603020202020204"/>
              </a:rPr>
              <a:t> </a:t>
            </a:r>
            <a:r>
              <a:rPr b="1" dirty="0" sz="1100" spc="50">
                <a:solidFill>
                  <a:srgbClr val="2D83C3"/>
                </a:solidFill>
                <a:latin typeface="Trebuchet MS" panose="020B0603020202020204"/>
                <a:cs typeface="Trebuchet MS" panose="020B0603020202020204"/>
              </a:rPr>
              <a:t>A</a:t>
            </a:r>
            <a:r>
              <a:rPr b="1" dirty="0" sz="1100" spc="15">
                <a:solidFill>
                  <a:srgbClr val="2D83C3"/>
                </a:solidFill>
                <a:latin typeface="Trebuchet MS" panose="020B0603020202020204"/>
                <a:cs typeface="Trebuchet MS" panose="020B0603020202020204"/>
              </a:rPr>
              <a:t>nnu</a:t>
            </a:r>
            <a:r>
              <a:rPr b="1" dirty="0" sz="1100" spc="10">
                <a:solidFill>
                  <a:srgbClr val="2D83C3"/>
                </a:solidFill>
                <a:latin typeface="Trebuchet MS" panose="020B0603020202020204"/>
                <a:cs typeface="Trebuchet MS" panose="020B0603020202020204"/>
              </a:rPr>
              <a:t>al</a:t>
            </a:r>
            <a:r>
              <a:rPr b="1" dirty="0" sz="1100" spc="-140">
                <a:solidFill>
                  <a:srgbClr val="2D83C3"/>
                </a:solidFill>
                <a:latin typeface="Trebuchet MS" panose="020B0603020202020204"/>
                <a:cs typeface="Trebuchet MS" panose="020B0603020202020204"/>
              </a:rPr>
              <a:t> </a:t>
            </a:r>
            <a:r>
              <a:rPr b="1" dirty="0" sz="1100">
                <a:solidFill>
                  <a:srgbClr val="2D83C3"/>
                </a:solidFill>
                <a:latin typeface="Trebuchet MS" panose="020B0603020202020204"/>
                <a:cs typeface="Trebuchet MS" panose="020B0603020202020204"/>
              </a:rPr>
              <a:t>R</a:t>
            </a:r>
            <a:r>
              <a:rPr b="1" dirty="0" sz="1100" spc="35">
                <a:solidFill>
                  <a:srgbClr val="2D83C3"/>
                </a:solidFill>
                <a:latin typeface="Trebuchet MS" panose="020B0603020202020204"/>
                <a:cs typeface="Trebuchet MS" panose="020B0603020202020204"/>
              </a:rPr>
              <a:t>e</a:t>
            </a:r>
            <a:r>
              <a:rPr b="1" dirty="0" sz="1100" spc="90">
                <a:solidFill>
                  <a:srgbClr val="2D83C3"/>
                </a:solidFill>
                <a:latin typeface="Trebuchet MS" panose="020B0603020202020204"/>
                <a:cs typeface="Trebuchet MS" panose="020B0603020202020204"/>
              </a:rPr>
              <a:t>v</a:t>
            </a:r>
            <a:r>
              <a:rPr b="1" dirty="0" sz="1100" spc="-35">
                <a:solidFill>
                  <a:srgbClr val="2D83C3"/>
                </a:solidFill>
                <a:latin typeface="Trebuchet MS" panose="020B0603020202020204"/>
                <a:cs typeface="Trebuchet MS" panose="020B0603020202020204"/>
              </a:rPr>
              <a:t>i</a:t>
            </a:r>
            <a:r>
              <a:rPr b="1" dirty="0" sz="1100" spc="35">
                <a:solidFill>
                  <a:srgbClr val="2D83C3"/>
                </a:solidFill>
                <a:latin typeface="Trebuchet MS" panose="020B0603020202020204"/>
                <a:cs typeface="Trebuchet MS" panose="020B0603020202020204"/>
              </a:rPr>
              <a:t>e</a:t>
            </a:r>
            <a:r>
              <a:rPr b="1" dirty="0" sz="1100" spc="15">
                <a:solidFill>
                  <a:srgbClr val="2D83C3"/>
                </a:solidFill>
                <a:latin typeface="Trebuchet MS" panose="020B0603020202020204"/>
                <a:cs typeface="Trebuchet MS" panose="020B0603020202020204"/>
              </a:rPr>
              <a:t>w</a:t>
            </a:r>
            <a:endParaRPr sz="1100">
              <a:latin typeface="Trebuchet MS" panose="020B0603020202020204"/>
              <a:cs typeface="Trebuchet MS" panose="020B0603020202020204"/>
            </a:endParaRPr>
          </a:p>
        </p:txBody>
      </p:sp>
      <p:sp>
        <p:nvSpPr>
          <p:cNvPr id="1048650" name="object 10"/>
          <p:cNvSpPr txBox="1">
            <a:spLocks noGrp="1"/>
          </p:cNvSpPr>
          <p:nvPr>
            <p:ph type="sldNum" sz="quarter" idx="7"/>
          </p:nvPr>
        </p:nvSpPr>
        <p:spPr>
          <a:prstGeom prst="rect"/>
        </p:spPr>
        <p:txBody>
          <a:bodyPr bIns="0" lIns="0" rIns="0" rtlCol="0" tIns="6985" vert="horz" wrap="square">
            <a:spAutoFit/>
          </a:bodyPr>
          <a:p>
            <a:pPr marL="38100">
              <a:lnSpc>
                <a:spcPct val="100000"/>
              </a:lnSpc>
              <a:spcBef>
                <a:spcPts val="55"/>
              </a:spcBef>
            </a:pPr>
            <a:fld id="{81D60167-4931-47E6-BA6A-407CBD079E47}" type="slidenum">
              <a:rPr dirty="0" spc="10"/>
              <a:t>5</a:t>
            </a:fld>
            <a:endParaRPr dirty="0" spc="10"/>
          </a:p>
        </p:txBody>
      </p:sp>
      <p:sp>
        <p:nvSpPr>
          <p:cNvPr id="1048651" name="Text Box 10"/>
          <p:cNvSpPr txBox="1"/>
          <p:nvPr/>
        </p:nvSpPr>
        <p:spPr>
          <a:xfrm>
            <a:off x="833755" y="2286000"/>
            <a:ext cx="6445885" cy="910590"/>
          </a:xfrm>
          <a:prstGeom prst="rect"/>
          <a:noFill/>
        </p:spPr>
        <p:txBody>
          <a:bodyPr rtlCol="0" wrap="square">
            <a:noAutofit/>
          </a:bodyPr>
          <a:p>
            <a:pPr algn="just"/>
            <a:r>
              <a:rPr lang="en-US"/>
              <a:t>               </a:t>
            </a:r>
            <a:r>
              <a:rPr sz="2800" lang="en-US"/>
              <a:t>  It's challenging to covertly install a hardware keylogger on another person's device</a:t>
            </a:r>
            <a:endParaRPr sz="2800"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33" name=""/>
        <p:cNvGrpSpPr/>
        <p:nvPr/>
      </p:nvGrpSpPr>
      <p:grpSpPr>
        <a:xfrm>
          <a:off x="0" y="0"/>
          <a:ext cx="0" cy="0"/>
          <a:chOff x="0" y="0"/>
          <a:chExt cx="0" cy="0"/>
        </a:xfrm>
      </p:grpSpPr>
      <p:grpSp>
        <p:nvGrpSpPr>
          <p:cNvPr id="34" name="object 2"/>
          <p:cNvGrpSpPr/>
          <p:nvPr/>
        </p:nvGrpSpPr>
        <p:grpSpPr>
          <a:xfrm>
            <a:off x="8658225" y="2647950"/>
            <a:ext cx="3533775" cy="3810000"/>
            <a:chOff x="8658225" y="2647950"/>
            <a:chExt cx="3533775" cy="3810000"/>
          </a:xfrm>
        </p:grpSpPr>
        <p:sp>
          <p:nvSpPr>
            <p:cNvPr id="1048652" name="object 3"/>
            <p:cNvSpPr/>
            <p:nvPr/>
          </p:nvSpPr>
          <p:spPr>
            <a:xfrm>
              <a:off x="9353550" y="5362575"/>
              <a:ext cx="457200" cy="457200"/>
            </a:xfrm>
            <a:custGeom>
              <a:avLst/>
              <a:ah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bIns="0" lIns="0" rIns="0" rtlCol="0" tIns="0" wrap="square"/>
            <a:p/>
          </p:txBody>
        </p:sp>
        <p:sp>
          <p:nvSpPr>
            <p:cNvPr id="1048653" name="object 4"/>
            <p:cNvSpPr/>
            <p:nvPr/>
          </p:nvSpPr>
          <p:spPr>
            <a:xfrm>
              <a:off x="9353550" y="5895975"/>
              <a:ext cx="180975" cy="180975"/>
            </a:xfrm>
            <a:custGeom>
              <a:avLst/>
              <a:ah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bIns="0" lIns="0" rIns="0" rtlCol="0" tIns="0" wrap="square"/>
            <a:p/>
          </p:txBody>
        </p:sp>
        <p:pic>
          <p:nvPicPr>
            <p:cNvPr id="2097160" name="object 5"/>
            <p:cNvPicPr>
              <a:picLocks/>
            </p:cNvPicPr>
            <p:nvPr/>
          </p:nvPicPr>
          <p:blipFill>
            <a:blip xmlns:r="http://schemas.openxmlformats.org/officeDocument/2006/relationships" r:embed="rId1" cstate="print"/>
            <a:stretch>
              <a:fillRect/>
            </a:stretch>
          </p:blipFill>
          <p:spPr>
            <a:xfrm>
              <a:off x="8658225" y="2647950"/>
              <a:ext cx="3533775" cy="3810000"/>
            </a:xfrm>
            <a:prstGeom prst="rect"/>
          </p:spPr>
        </p:pic>
      </p:grpSp>
      <p:sp>
        <p:nvSpPr>
          <p:cNvPr id="1048654" name="object 6"/>
          <p:cNvSpPr/>
          <p:nvPr/>
        </p:nvSpPr>
        <p:spPr>
          <a:xfrm>
            <a:off x="6696075" y="1695450"/>
            <a:ext cx="314325" cy="323850"/>
          </a:xfrm>
          <a:custGeom>
            <a:avLst/>
            <a:ah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bIns="0" lIns="0" rIns="0" rtlCol="0" tIns="0" wrap="square"/>
          <a:p/>
        </p:txBody>
      </p:sp>
      <p:sp>
        <p:nvSpPr>
          <p:cNvPr id="1048655" name="object 7"/>
          <p:cNvSpPr txBox="1">
            <a:spLocks noGrp="1"/>
          </p:cNvSpPr>
          <p:nvPr>
            <p:ph type="title"/>
          </p:nvPr>
        </p:nvSpPr>
        <p:spPr>
          <a:xfrm>
            <a:off x="739775" y="829627"/>
            <a:ext cx="5263515" cy="638810"/>
          </a:xfrm>
          <a:prstGeom prst="rect"/>
        </p:spPr>
        <p:txBody>
          <a:bodyPr bIns="0" lIns="0" rIns="0" rtlCol="0" tIns="16510" vert="horz" wrap="square">
            <a:spAutoFit/>
          </a:bodyPr>
          <a:p>
            <a:pPr marL="12700">
              <a:lnSpc>
                <a:spcPct val="100000"/>
              </a:lnSpc>
              <a:spcBef>
                <a:spcPts val="130"/>
              </a:spcBef>
              <a:tabLst>
                <a:tab algn="l" pos="2642870"/>
              </a:tabLst>
            </a:pPr>
            <a:r>
              <a:rPr dirty="0" sz="4250" spc="5"/>
              <a:t>PROJEC</a:t>
            </a:r>
            <a:r>
              <a:rPr dirty="0" sz="4250" lang="en-US" spc="5"/>
              <a:t>T</a:t>
            </a:r>
            <a:r>
              <a:rPr dirty="0" sz="4250" lang="en-US" spc="5"/>
              <a:t> </a:t>
            </a:r>
            <a:r>
              <a:rPr dirty="0" sz="4250" lang="en-US" spc="5"/>
              <a:t>O</a:t>
            </a:r>
            <a:r>
              <a:rPr dirty="0" sz="4250" spc="-20"/>
              <a:t>VERVIEW</a:t>
            </a:r>
            <a:endParaRPr sz="4250"/>
          </a:p>
        </p:txBody>
      </p:sp>
      <p:pic>
        <p:nvPicPr>
          <p:cNvPr id="2097161" name="object 8"/>
          <p:cNvPicPr>
            <a:picLocks/>
          </p:cNvPicPr>
          <p:nvPr/>
        </p:nvPicPr>
        <p:blipFill>
          <a:blip xmlns:r="http://schemas.openxmlformats.org/officeDocument/2006/relationships" r:embed="rId2" cstate="print"/>
          <a:stretch>
            <a:fillRect/>
          </a:stretch>
        </p:blipFill>
        <p:spPr>
          <a:xfrm>
            <a:off x="676275" y="6467475"/>
            <a:ext cx="2143125" cy="200025"/>
          </a:xfrm>
          <a:prstGeom prst="rect"/>
        </p:spPr>
      </p:pic>
      <p:sp>
        <p:nvSpPr>
          <p:cNvPr id="1048656" name="object 9"/>
          <p:cNvSpPr txBox="1"/>
          <p:nvPr/>
        </p:nvSpPr>
        <p:spPr>
          <a:xfrm>
            <a:off x="739775" y="6473337"/>
            <a:ext cx="1798955" cy="191770"/>
          </a:xfrm>
          <a:prstGeom prst="rect"/>
        </p:spPr>
        <p:txBody>
          <a:bodyPr bIns="0" lIns="0" rIns="0" rtlCol="0" tIns="6985" vert="horz" wrap="square">
            <a:spAutoFit/>
          </a:bodyPr>
          <a:p>
            <a:pPr marL="12700">
              <a:lnSpc>
                <a:spcPct val="100000"/>
              </a:lnSpc>
              <a:spcBef>
                <a:spcPts val="55"/>
              </a:spcBef>
            </a:pPr>
            <a:r>
              <a:rPr dirty="0" sz="1100" spc="20">
                <a:solidFill>
                  <a:srgbClr val="2D83C3"/>
                </a:solidFill>
                <a:latin typeface="Trebuchet MS" panose="020B0603020202020204"/>
                <a:cs typeface="Trebuchet MS" panose="020B0603020202020204"/>
              </a:rPr>
              <a:t>3/21/202</a:t>
            </a:r>
            <a:r>
              <a:rPr dirty="0" sz="1100" spc="10">
                <a:solidFill>
                  <a:srgbClr val="2D83C3"/>
                </a:solidFill>
                <a:latin typeface="Trebuchet MS" panose="020B0603020202020204"/>
                <a:cs typeface="Trebuchet MS" panose="020B0603020202020204"/>
              </a:rPr>
              <a:t>4</a:t>
            </a:r>
            <a:r>
              <a:rPr dirty="0" sz="1100">
                <a:solidFill>
                  <a:srgbClr val="2D83C3"/>
                </a:solidFill>
                <a:latin typeface="Trebuchet MS" panose="020B0603020202020204"/>
                <a:cs typeface="Trebuchet MS" panose="020B0603020202020204"/>
              </a:rPr>
              <a:t> </a:t>
            </a:r>
            <a:r>
              <a:rPr dirty="0" sz="1100" spc="130">
                <a:solidFill>
                  <a:srgbClr val="2D83C3"/>
                </a:solidFill>
                <a:latin typeface="Trebuchet MS" panose="020B0603020202020204"/>
                <a:cs typeface="Trebuchet MS" panose="020B0603020202020204"/>
              </a:rPr>
              <a:t> </a:t>
            </a:r>
            <a:r>
              <a:rPr b="1" dirty="0" sz="1100" spc="50">
                <a:solidFill>
                  <a:srgbClr val="2D83C3"/>
                </a:solidFill>
                <a:latin typeface="Trebuchet MS" panose="020B0603020202020204"/>
                <a:cs typeface="Trebuchet MS" panose="020B0603020202020204"/>
              </a:rPr>
              <a:t>A</a:t>
            </a:r>
            <a:r>
              <a:rPr b="1" dirty="0" sz="1100" spc="15">
                <a:solidFill>
                  <a:srgbClr val="2D83C3"/>
                </a:solidFill>
                <a:latin typeface="Trebuchet MS" panose="020B0603020202020204"/>
                <a:cs typeface="Trebuchet MS" panose="020B0603020202020204"/>
              </a:rPr>
              <a:t>nnu</a:t>
            </a:r>
            <a:r>
              <a:rPr b="1" dirty="0" sz="1100" spc="10">
                <a:solidFill>
                  <a:srgbClr val="2D83C3"/>
                </a:solidFill>
                <a:latin typeface="Trebuchet MS" panose="020B0603020202020204"/>
                <a:cs typeface="Trebuchet MS" panose="020B0603020202020204"/>
              </a:rPr>
              <a:t>al</a:t>
            </a:r>
            <a:r>
              <a:rPr b="1" dirty="0" sz="1100" spc="-140">
                <a:solidFill>
                  <a:srgbClr val="2D83C3"/>
                </a:solidFill>
                <a:latin typeface="Trebuchet MS" panose="020B0603020202020204"/>
                <a:cs typeface="Trebuchet MS" panose="020B0603020202020204"/>
              </a:rPr>
              <a:t> </a:t>
            </a:r>
            <a:r>
              <a:rPr b="1" dirty="0" sz="1100">
                <a:solidFill>
                  <a:srgbClr val="2D83C3"/>
                </a:solidFill>
                <a:latin typeface="Trebuchet MS" panose="020B0603020202020204"/>
                <a:cs typeface="Trebuchet MS" panose="020B0603020202020204"/>
              </a:rPr>
              <a:t>R</a:t>
            </a:r>
            <a:r>
              <a:rPr b="1" dirty="0" sz="1100" spc="35">
                <a:solidFill>
                  <a:srgbClr val="2D83C3"/>
                </a:solidFill>
                <a:latin typeface="Trebuchet MS" panose="020B0603020202020204"/>
                <a:cs typeface="Trebuchet MS" panose="020B0603020202020204"/>
              </a:rPr>
              <a:t>e</a:t>
            </a:r>
            <a:r>
              <a:rPr b="1" dirty="0" sz="1100" spc="90">
                <a:solidFill>
                  <a:srgbClr val="2D83C3"/>
                </a:solidFill>
                <a:latin typeface="Trebuchet MS" panose="020B0603020202020204"/>
                <a:cs typeface="Trebuchet MS" panose="020B0603020202020204"/>
              </a:rPr>
              <a:t>v</a:t>
            </a:r>
            <a:r>
              <a:rPr b="1" dirty="0" sz="1100" spc="-35">
                <a:solidFill>
                  <a:srgbClr val="2D83C3"/>
                </a:solidFill>
                <a:latin typeface="Trebuchet MS" panose="020B0603020202020204"/>
                <a:cs typeface="Trebuchet MS" panose="020B0603020202020204"/>
              </a:rPr>
              <a:t>i</a:t>
            </a:r>
            <a:r>
              <a:rPr b="1" dirty="0" sz="1100" spc="35">
                <a:solidFill>
                  <a:srgbClr val="2D83C3"/>
                </a:solidFill>
                <a:latin typeface="Trebuchet MS" panose="020B0603020202020204"/>
                <a:cs typeface="Trebuchet MS" panose="020B0603020202020204"/>
              </a:rPr>
              <a:t>e</a:t>
            </a:r>
            <a:r>
              <a:rPr b="1" dirty="0" sz="1100" spc="15">
                <a:solidFill>
                  <a:srgbClr val="2D83C3"/>
                </a:solidFill>
                <a:latin typeface="Trebuchet MS" panose="020B0603020202020204"/>
                <a:cs typeface="Trebuchet MS" panose="020B0603020202020204"/>
              </a:rPr>
              <a:t>w</a:t>
            </a:r>
            <a:endParaRPr sz="1100">
              <a:latin typeface="Trebuchet MS" panose="020B0603020202020204"/>
              <a:cs typeface="Trebuchet MS" panose="020B0603020202020204"/>
            </a:endParaRPr>
          </a:p>
        </p:txBody>
      </p:sp>
      <p:sp>
        <p:nvSpPr>
          <p:cNvPr id="1048657" name="object 10"/>
          <p:cNvSpPr txBox="1">
            <a:spLocks noGrp="1"/>
          </p:cNvSpPr>
          <p:nvPr>
            <p:ph type="sldNum" sz="quarter" idx="7"/>
          </p:nvPr>
        </p:nvSpPr>
        <p:spPr>
          <a:prstGeom prst="rect"/>
        </p:spPr>
        <p:txBody>
          <a:bodyPr bIns="0" lIns="0" rIns="0" rtlCol="0" tIns="6985" vert="horz" wrap="square">
            <a:spAutoFit/>
          </a:bodyPr>
          <a:p>
            <a:pPr marL="38100">
              <a:lnSpc>
                <a:spcPct val="100000"/>
              </a:lnSpc>
              <a:spcBef>
                <a:spcPts val="55"/>
              </a:spcBef>
            </a:pPr>
            <a:fld id="{81D60167-4931-47E6-BA6A-407CBD079E47}" type="slidenum">
              <a:rPr dirty="0" spc="10"/>
              <a:t>6</a:t>
            </a:fld>
            <a:endParaRPr dirty="0" spc="10"/>
          </a:p>
        </p:txBody>
      </p:sp>
      <p:sp>
        <p:nvSpPr>
          <p:cNvPr id="1048658" name="Text Box 10"/>
          <p:cNvSpPr txBox="1"/>
          <p:nvPr/>
        </p:nvSpPr>
        <p:spPr>
          <a:xfrm>
            <a:off x="914400" y="2438400"/>
            <a:ext cx="7244715" cy="1559560"/>
          </a:xfrm>
          <a:prstGeom prst="rect"/>
          <a:noFill/>
        </p:spPr>
        <p:txBody>
          <a:bodyPr rtlCol="0" wrap="square">
            <a:noAutofit/>
          </a:bodyPr>
          <a:p>
            <a:pPr algn="just"/>
            <a:r>
              <a:rPr lang="en-US"/>
              <a:t>                </a:t>
            </a:r>
            <a:r>
              <a:rPr sz="2400" lang="en-US"/>
              <a:t> The keyloggers can be detected using antiviruses. Installation of hardware keyloggers is difficult without the knowledge of the owner of the system. The solution to the above existing problem is that we can build a software keyloggers instead of hardware keyloggers.</a:t>
            </a:r>
            <a:endParaRPr sz="2400"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35" name=""/>
        <p:cNvGrpSpPr/>
        <p:nvPr/>
      </p:nvGrpSpPr>
      <p:grpSpPr>
        <a:xfrm>
          <a:off x="0" y="0"/>
          <a:ext cx="0" cy="0"/>
          <a:chOff x="0" y="0"/>
          <a:chExt cx="0" cy="0"/>
        </a:xfrm>
      </p:grpSpPr>
      <p:sp>
        <p:nvSpPr>
          <p:cNvPr id="1048659" name="object 2"/>
          <p:cNvSpPr/>
          <p:nvPr/>
        </p:nvSpPr>
        <p:spPr>
          <a:xfrm>
            <a:off x="9353550" y="5362575"/>
            <a:ext cx="457200" cy="457200"/>
          </a:xfrm>
          <a:custGeom>
            <a:avLst/>
            <a:ah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bIns="0" lIns="0" rIns="0" rtlCol="0" tIns="0" wrap="square"/>
          <a:p/>
        </p:txBody>
      </p:sp>
      <p:sp>
        <p:nvSpPr>
          <p:cNvPr id="1048660" name="object 3"/>
          <p:cNvSpPr/>
          <p:nvPr/>
        </p:nvSpPr>
        <p:spPr>
          <a:xfrm>
            <a:off x="6696075" y="1695450"/>
            <a:ext cx="314325" cy="323850"/>
          </a:xfrm>
          <a:custGeom>
            <a:avLst/>
            <a:ah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bIns="0" lIns="0" rIns="0" rtlCol="0" tIns="0" wrap="square"/>
          <a:p/>
        </p:txBody>
      </p:sp>
      <p:sp>
        <p:nvSpPr>
          <p:cNvPr id="1048661" name="object 4"/>
          <p:cNvSpPr/>
          <p:nvPr/>
        </p:nvSpPr>
        <p:spPr>
          <a:xfrm>
            <a:off x="9353550" y="5895975"/>
            <a:ext cx="180975" cy="180975"/>
          </a:xfrm>
          <a:custGeom>
            <a:avLst/>
            <a:ah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bIns="0" lIns="0" rIns="0" rtlCol="0" tIns="0" wrap="square"/>
          <a:p/>
        </p:txBody>
      </p:sp>
      <p:sp>
        <p:nvSpPr>
          <p:cNvPr id="1048662" name="object 5"/>
          <p:cNvSpPr txBox="1">
            <a:spLocks noGrp="1"/>
          </p:cNvSpPr>
          <p:nvPr>
            <p:ph type="title"/>
          </p:nvPr>
        </p:nvSpPr>
        <p:spPr>
          <a:xfrm>
            <a:off x="699452" y="891793"/>
            <a:ext cx="5014595" cy="518159"/>
          </a:xfrm>
          <a:prstGeom prst="rect"/>
        </p:spPr>
        <p:txBody>
          <a:bodyPr bIns="0" lIns="0" rIns="0" rtlCol="0" tIns="16510" vert="horz" wrap="square">
            <a:spAutoFit/>
          </a:bodyPr>
          <a:p>
            <a:pPr marL="12700">
              <a:lnSpc>
                <a:spcPct val="100000"/>
              </a:lnSpc>
              <a:spcBef>
                <a:spcPts val="130"/>
              </a:spcBef>
            </a:pPr>
            <a:r>
              <a:rPr dirty="0" sz="3200" spc="25"/>
              <a:t>W</a:t>
            </a:r>
            <a:r>
              <a:rPr dirty="0" sz="3200" spc="-20"/>
              <a:t>H</a:t>
            </a:r>
            <a:r>
              <a:rPr dirty="0" sz="3200" spc="20"/>
              <a:t>O</a:t>
            </a:r>
            <a:r>
              <a:rPr dirty="0" sz="3200" spc="-235"/>
              <a:t> </a:t>
            </a:r>
            <a:r>
              <a:rPr dirty="0" sz="3200" spc="-10"/>
              <a:t>AR</a:t>
            </a:r>
            <a:r>
              <a:rPr dirty="0" sz="3200" spc="15"/>
              <a:t>E</a:t>
            </a:r>
            <a:r>
              <a:rPr dirty="0" sz="3200" spc="-35"/>
              <a:t> </a:t>
            </a:r>
            <a:r>
              <a:rPr dirty="0" sz="3200" spc="-10"/>
              <a:t>T</a:t>
            </a:r>
            <a:r>
              <a:rPr dirty="0" sz="3200" spc="-15"/>
              <a:t>H</a:t>
            </a:r>
            <a:r>
              <a:rPr dirty="0" sz="3200" spc="15"/>
              <a:t>E</a:t>
            </a:r>
            <a:r>
              <a:rPr dirty="0" sz="3200" spc="-35"/>
              <a:t> </a:t>
            </a:r>
            <a:r>
              <a:rPr dirty="0" sz="3200" spc="-20"/>
              <a:t>E</a:t>
            </a:r>
            <a:r>
              <a:rPr dirty="0" sz="3200" spc="30"/>
              <a:t>N</a:t>
            </a:r>
            <a:r>
              <a:rPr dirty="0" sz="3200" spc="15"/>
              <a:t>D</a:t>
            </a:r>
            <a:r>
              <a:rPr dirty="0" sz="3200" spc="-45"/>
              <a:t> </a:t>
            </a:r>
            <a:r>
              <a:rPr dirty="0" sz="3200"/>
              <a:t>U</a:t>
            </a:r>
            <a:r>
              <a:rPr dirty="0" sz="3200" spc="10"/>
              <a:t>S</a:t>
            </a:r>
            <a:r>
              <a:rPr dirty="0" sz="3200" spc="-25"/>
              <a:t>E</a:t>
            </a:r>
            <a:r>
              <a:rPr dirty="0" sz="3200" spc="-10"/>
              <a:t>R</a:t>
            </a:r>
            <a:r>
              <a:rPr dirty="0" sz="3200" spc="5"/>
              <a:t>S?</a:t>
            </a:r>
            <a:endParaRPr sz="3200"/>
          </a:p>
        </p:txBody>
      </p:sp>
      <p:pic>
        <p:nvPicPr>
          <p:cNvPr id="2097162" name="object 6"/>
          <p:cNvPicPr>
            <a:picLocks/>
          </p:cNvPicPr>
          <p:nvPr/>
        </p:nvPicPr>
        <p:blipFill>
          <a:blip xmlns:r="http://schemas.openxmlformats.org/officeDocument/2006/relationships" r:embed="rId1" cstate="print"/>
          <a:stretch>
            <a:fillRect/>
          </a:stretch>
        </p:blipFill>
        <p:spPr>
          <a:xfrm>
            <a:off x="723900" y="6172200"/>
            <a:ext cx="2181225" cy="485775"/>
          </a:xfrm>
          <a:prstGeom prst="rect"/>
        </p:spPr>
      </p:pic>
      <p:sp>
        <p:nvSpPr>
          <p:cNvPr id="1048663" name="object 7"/>
          <p:cNvSpPr txBox="1"/>
          <p:nvPr/>
        </p:nvSpPr>
        <p:spPr>
          <a:xfrm>
            <a:off x="739775" y="6473337"/>
            <a:ext cx="1798955" cy="191770"/>
          </a:xfrm>
          <a:prstGeom prst="rect"/>
        </p:spPr>
        <p:txBody>
          <a:bodyPr bIns="0" lIns="0" rIns="0" rtlCol="0" tIns="6985" vert="horz" wrap="square">
            <a:spAutoFit/>
          </a:bodyPr>
          <a:p>
            <a:pPr marL="12700">
              <a:lnSpc>
                <a:spcPct val="100000"/>
              </a:lnSpc>
              <a:spcBef>
                <a:spcPts val="55"/>
              </a:spcBef>
            </a:pPr>
            <a:r>
              <a:rPr dirty="0" sz="1100" spc="20">
                <a:solidFill>
                  <a:srgbClr val="2D83C3"/>
                </a:solidFill>
                <a:latin typeface="Trebuchet MS" panose="020B0603020202020204"/>
                <a:cs typeface="Trebuchet MS" panose="020B0603020202020204"/>
              </a:rPr>
              <a:t>3/21/202</a:t>
            </a:r>
            <a:r>
              <a:rPr dirty="0" sz="1100" spc="10">
                <a:solidFill>
                  <a:srgbClr val="2D83C3"/>
                </a:solidFill>
                <a:latin typeface="Trebuchet MS" panose="020B0603020202020204"/>
                <a:cs typeface="Trebuchet MS" panose="020B0603020202020204"/>
              </a:rPr>
              <a:t>4</a:t>
            </a:r>
            <a:r>
              <a:rPr dirty="0" sz="1100">
                <a:solidFill>
                  <a:srgbClr val="2D83C3"/>
                </a:solidFill>
                <a:latin typeface="Trebuchet MS" panose="020B0603020202020204"/>
                <a:cs typeface="Trebuchet MS" panose="020B0603020202020204"/>
              </a:rPr>
              <a:t> </a:t>
            </a:r>
            <a:r>
              <a:rPr dirty="0" sz="1100" spc="130">
                <a:solidFill>
                  <a:srgbClr val="2D83C3"/>
                </a:solidFill>
                <a:latin typeface="Trebuchet MS" panose="020B0603020202020204"/>
                <a:cs typeface="Trebuchet MS" panose="020B0603020202020204"/>
              </a:rPr>
              <a:t> </a:t>
            </a:r>
            <a:r>
              <a:rPr b="1" dirty="0" sz="1100" spc="50">
                <a:solidFill>
                  <a:srgbClr val="2D83C3"/>
                </a:solidFill>
                <a:latin typeface="Trebuchet MS" panose="020B0603020202020204"/>
                <a:cs typeface="Trebuchet MS" panose="020B0603020202020204"/>
              </a:rPr>
              <a:t>A</a:t>
            </a:r>
            <a:r>
              <a:rPr b="1" dirty="0" sz="1100" spc="15">
                <a:solidFill>
                  <a:srgbClr val="2D83C3"/>
                </a:solidFill>
                <a:latin typeface="Trebuchet MS" panose="020B0603020202020204"/>
                <a:cs typeface="Trebuchet MS" panose="020B0603020202020204"/>
              </a:rPr>
              <a:t>nnu</a:t>
            </a:r>
            <a:r>
              <a:rPr b="1" dirty="0" sz="1100" spc="10">
                <a:solidFill>
                  <a:srgbClr val="2D83C3"/>
                </a:solidFill>
                <a:latin typeface="Trebuchet MS" panose="020B0603020202020204"/>
                <a:cs typeface="Trebuchet MS" panose="020B0603020202020204"/>
              </a:rPr>
              <a:t>al</a:t>
            </a:r>
            <a:r>
              <a:rPr b="1" dirty="0" sz="1100" spc="-140">
                <a:solidFill>
                  <a:srgbClr val="2D83C3"/>
                </a:solidFill>
                <a:latin typeface="Trebuchet MS" panose="020B0603020202020204"/>
                <a:cs typeface="Trebuchet MS" panose="020B0603020202020204"/>
              </a:rPr>
              <a:t> </a:t>
            </a:r>
            <a:r>
              <a:rPr b="1" dirty="0" sz="1100">
                <a:solidFill>
                  <a:srgbClr val="2D83C3"/>
                </a:solidFill>
                <a:latin typeface="Trebuchet MS" panose="020B0603020202020204"/>
                <a:cs typeface="Trebuchet MS" panose="020B0603020202020204"/>
              </a:rPr>
              <a:t>R</a:t>
            </a:r>
            <a:r>
              <a:rPr b="1" dirty="0" sz="1100" spc="35">
                <a:solidFill>
                  <a:srgbClr val="2D83C3"/>
                </a:solidFill>
                <a:latin typeface="Trebuchet MS" panose="020B0603020202020204"/>
                <a:cs typeface="Trebuchet MS" panose="020B0603020202020204"/>
              </a:rPr>
              <a:t>e</a:t>
            </a:r>
            <a:r>
              <a:rPr b="1" dirty="0" sz="1100" spc="90">
                <a:solidFill>
                  <a:srgbClr val="2D83C3"/>
                </a:solidFill>
                <a:latin typeface="Trebuchet MS" panose="020B0603020202020204"/>
                <a:cs typeface="Trebuchet MS" panose="020B0603020202020204"/>
              </a:rPr>
              <a:t>v</a:t>
            </a:r>
            <a:r>
              <a:rPr b="1" dirty="0" sz="1100" spc="-35">
                <a:solidFill>
                  <a:srgbClr val="2D83C3"/>
                </a:solidFill>
                <a:latin typeface="Trebuchet MS" panose="020B0603020202020204"/>
                <a:cs typeface="Trebuchet MS" panose="020B0603020202020204"/>
              </a:rPr>
              <a:t>i</a:t>
            </a:r>
            <a:r>
              <a:rPr b="1" dirty="0" sz="1100" spc="35">
                <a:solidFill>
                  <a:srgbClr val="2D83C3"/>
                </a:solidFill>
                <a:latin typeface="Trebuchet MS" panose="020B0603020202020204"/>
                <a:cs typeface="Trebuchet MS" panose="020B0603020202020204"/>
              </a:rPr>
              <a:t>e</a:t>
            </a:r>
            <a:r>
              <a:rPr b="1" dirty="0" sz="1100" spc="15">
                <a:solidFill>
                  <a:srgbClr val="2D83C3"/>
                </a:solidFill>
                <a:latin typeface="Trebuchet MS" panose="020B0603020202020204"/>
                <a:cs typeface="Trebuchet MS" panose="020B0603020202020204"/>
              </a:rPr>
              <a:t>w</a:t>
            </a:r>
            <a:endParaRPr sz="1100">
              <a:latin typeface="Trebuchet MS" panose="020B0603020202020204"/>
              <a:cs typeface="Trebuchet MS" panose="020B0603020202020204"/>
            </a:endParaRPr>
          </a:p>
        </p:txBody>
      </p:sp>
      <p:sp>
        <p:nvSpPr>
          <p:cNvPr id="1048664" name="object 8"/>
          <p:cNvSpPr txBox="1">
            <a:spLocks noGrp="1"/>
          </p:cNvSpPr>
          <p:nvPr>
            <p:ph type="sldNum" sz="quarter" idx="7"/>
          </p:nvPr>
        </p:nvSpPr>
        <p:spPr>
          <a:prstGeom prst="rect"/>
        </p:spPr>
        <p:txBody>
          <a:bodyPr bIns="0" lIns="0" rIns="0" rtlCol="0" tIns="6985" vert="horz" wrap="square">
            <a:spAutoFit/>
          </a:bodyPr>
          <a:p>
            <a:pPr marL="38100">
              <a:lnSpc>
                <a:spcPct val="100000"/>
              </a:lnSpc>
              <a:spcBef>
                <a:spcPts val="55"/>
              </a:spcBef>
            </a:pPr>
            <a:fld id="{81D60167-4931-47E6-BA6A-407CBD079E47}" type="slidenum">
              <a:rPr dirty="0" spc="10"/>
              <a:t>7</a:t>
            </a:fld>
            <a:endParaRPr dirty="0" spc="10"/>
          </a:p>
        </p:txBody>
      </p:sp>
      <p:sp>
        <p:nvSpPr>
          <p:cNvPr id="1048665" name="Text Box 8"/>
          <p:cNvSpPr txBox="1"/>
          <p:nvPr/>
        </p:nvSpPr>
        <p:spPr>
          <a:xfrm>
            <a:off x="897255" y="2185035"/>
            <a:ext cx="7087870" cy="1938020"/>
          </a:xfrm>
          <a:prstGeom prst="rect"/>
          <a:noFill/>
        </p:spPr>
        <p:txBody>
          <a:bodyPr rtlCol="0" wrap="square">
            <a:spAutoFit/>
          </a:bodyPr>
          <a:p>
            <a:pPr algn="just">
              <a:lnSpc>
                <a:spcPct val="150000"/>
              </a:lnSpc>
            </a:pPr>
            <a:r>
              <a:rPr dirty="0" lang="en-US">
                <a:effectLst/>
                <a:latin typeface="Arial" panose="020B0604020202020204" pitchFamily="34" charset="0"/>
                <a:sym typeface="+mn-ea"/>
              </a:rPr>
              <a:t>          </a:t>
            </a:r>
            <a:r>
              <a:rPr dirty="0" sz="2000" lang="en-US">
                <a:effectLst/>
                <a:latin typeface="Arial" panose="020B0604020202020204" pitchFamily="34" charset="0"/>
                <a:sym typeface="+mn-ea"/>
              </a:rPr>
              <a:t>Keyloggers are used in </a:t>
            </a:r>
            <a:r>
              <a:rPr dirty="0" sz="2000" lang="en-US">
                <a:effectLst/>
                <a:latin typeface="Arial" panose="020B0604020202020204" pitchFamily="34" charset="0"/>
                <a:sym typeface="+mn-ea"/>
                <a:hlinkClick r:id="rId2" tooltip="Information technology"/>
              </a:rPr>
              <a:t>IT</a:t>
            </a:r>
            <a:r>
              <a:rPr dirty="0" sz="2000" lang="en-US">
                <a:effectLst/>
                <a:latin typeface="Arial" panose="020B0604020202020204" pitchFamily="34" charset="0"/>
                <a:sym typeface="+mn-ea"/>
              </a:rPr>
              <a:t> organizations to troubleshoot technical problems with computers and business networks. Families and businesspeople use keyloggers legally to monitor network usage without their users' direct knowledge.</a:t>
            </a:r>
            <a:endParaRPr dirty="0" sz="2000" lang="en-US">
              <a:effectLst/>
              <a:latin typeface="Arial" panose="020B0604020202020204" pitchFamily="34" charset="0"/>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36" name=""/>
        <p:cNvGrpSpPr/>
        <p:nvPr/>
      </p:nvGrpSpPr>
      <p:grpSpPr>
        <a:xfrm>
          <a:off x="0" y="0"/>
          <a:ext cx="0" cy="0"/>
          <a:chOff x="0" y="0"/>
          <a:chExt cx="0" cy="0"/>
        </a:xfrm>
      </p:grpSpPr>
      <p:pic>
        <p:nvPicPr>
          <p:cNvPr id="2097163" name="object 2"/>
          <p:cNvPicPr>
            <a:picLocks/>
          </p:cNvPicPr>
          <p:nvPr/>
        </p:nvPicPr>
        <p:blipFill>
          <a:blip xmlns:r="http://schemas.openxmlformats.org/officeDocument/2006/relationships" r:embed="rId1" cstate="print"/>
          <a:stretch>
            <a:fillRect/>
          </a:stretch>
        </p:blipFill>
        <p:spPr>
          <a:xfrm>
            <a:off x="0" y="1476375"/>
            <a:ext cx="2695574" cy="3248025"/>
          </a:xfrm>
          <a:prstGeom prst="rect"/>
        </p:spPr>
      </p:pic>
      <p:sp>
        <p:nvSpPr>
          <p:cNvPr id="1048666" name="object 3"/>
          <p:cNvSpPr/>
          <p:nvPr/>
        </p:nvSpPr>
        <p:spPr>
          <a:xfrm>
            <a:off x="9353550" y="5362575"/>
            <a:ext cx="457200" cy="457200"/>
          </a:xfrm>
          <a:custGeom>
            <a:avLst/>
            <a:ah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bIns="0" lIns="0" rIns="0" rtlCol="0" tIns="0" wrap="square"/>
          <a:p/>
        </p:txBody>
      </p:sp>
      <p:sp>
        <p:nvSpPr>
          <p:cNvPr id="1048667" name="object 4"/>
          <p:cNvSpPr/>
          <p:nvPr/>
        </p:nvSpPr>
        <p:spPr>
          <a:xfrm>
            <a:off x="6696075" y="1695450"/>
            <a:ext cx="314325" cy="323850"/>
          </a:xfrm>
          <a:custGeom>
            <a:avLst/>
            <a:ah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bIns="0" lIns="0" rIns="0" rtlCol="0" tIns="0" wrap="square"/>
          <a:p/>
        </p:txBody>
      </p:sp>
      <p:sp>
        <p:nvSpPr>
          <p:cNvPr id="1048668" name="object 5"/>
          <p:cNvSpPr/>
          <p:nvPr/>
        </p:nvSpPr>
        <p:spPr>
          <a:xfrm>
            <a:off x="9353550" y="5895975"/>
            <a:ext cx="180975" cy="180975"/>
          </a:xfrm>
          <a:custGeom>
            <a:avLst/>
            <a:ah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bIns="0" lIns="0" rIns="0" rtlCol="0" tIns="0" wrap="square"/>
          <a:p/>
        </p:txBody>
      </p:sp>
      <p:sp>
        <p:nvSpPr>
          <p:cNvPr id="1048669" name="object 6"/>
          <p:cNvSpPr txBox="1">
            <a:spLocks noGrp="1"/>
          </p:cNvSpPr>
          <p:nvPr>
            <p:ph type="title"/>
          </p:nvPr>
        </p:nvSpPr>
        <p:spPr>
          <a:xfrm>
            <a:off x="558165" y="857885"/>
            <a:ext cx="9763125" cy="546736"/>
          </a:xfrm>
          <a:prstGeom prst="rect"/>
        </p:spPr>
        <p:txBody>
          <a:bodyPr bIns="0" lIns="0" rIns="0" rtlCol="0" tIns="13335" vert="horz" wrap="square">
            <a:spAutoFit/>
          </a:bodyPr>
          <a:p>
            <a:pPr marL="12700">
              <a:lnSpc>
                <a:spcPct val="100000"/>
              </a:lnSpc>
              <a:spcBef>
                <a:spcPts val="105"/>
              </a:spcBef>
            </a:pPr>
            <a:r>
              <a:rPr dirty="0" sz="3600" spc="-40"/>
              <a:t>Y</a:t>
            </a:r>
            <a:r>
              <a:rPr dirty="0" sz="3600" spc="10"/>
              <a:t>O</a:t>
            </a:r>
            <a:r>
              <a:rPr dirty="0" sz="3600" spc="25"/>
              <a:t>U</a:t>
            </a:r>
            <a:r>
              <a:rPr dirty="0" sz="3600"/>
              <a:t>R</a:t>
            </a:r>
            <a:r>
              <a:rPr dirty="0" sz="3600" spc="5"/>
              <a:t> </a:t>
            </a:r>
            <a:r>
              <a:rPr dirty="0" sz="3600" spc="25"/>
              <a:t>S</a:t>
            </a:r>
            <a:r>
              <a:rPr dirty="0" sz="3600" spc="10"/>
              <a:t>O</a:t>
            </a:r>
            <a:r>
              <a:rPr dirty="0" sz="3600" spc="25"/>
              <a:t>LU</a:t>
            </a:r>
            <a:r>
              <a:rPr dirty="0" sz="3600" spc="-35"/>
              <a:t>T</a:t>
            </a:r>
            <a:r>
              <a:rPr dirty="0" sz="3600" spc="-30"/>
              <a:t>I</a:t>
            </a:r>
            <a:r>
              <a:rPr dirty="0" sz="3600" spc="10"/>
              <a:t>O</a:t>
            </a:r>
            <a:r>
              <a:rPr dirty="0" sz="3600"/>
              <a:t>N</a:t>
            </a:r>
            <a:r>
              <a:rPr dirty="0" sz="3600" spc="-345"/>
              <a:t> </a:t>
            </a:r>
            <a:r>
              <a:rPr dirty="0" sz="3600" spc="-35"/>
              <a:t>A</a:t>
            </a:r>
            <a:r>
              <a:rPr dirty="0" sz="3600" spc="-5"/>
              <a:t>N</a:t>
            </a:r>
            <a:r>
              <a:rPr dirty="0" sz="3600"/>
              <a:t>D</a:t>
            </a:r>
            <a:r>
              <a:rPr dirty="0" sz="3600" spc="35"/>
              <a:t> </a:t>
            </a:r>
            <a:r>
              <a:rPr dirty="0" sz="3600" spc="-30"/>
              <a:t>I</a:t>
            </a:r>
            <a:r>
              <a:rPr dirty="0" sz="3600" spc="-35"/>
              <a:t>T</a:t>
            </a:r>
            <a:r>
              <a:rPr dirty="0" sz="3600"/>
              <a:t>S</a:t>
            </a:r>
            <a:r>
              <a:rPr dirty="0" sz="3600" spc="60"/>
              <a:t> </a:t>
            </a:r>
            <a:r>
              <a:rPr dirty="0" sz="3600" spc="-295"/>
              <a:t>V</a:t>
            </a:r>
            <a:r>
              <a:rPr dirty="0" sz="3600" spc="-35"/>
              <a:t>A</a:t>
            </a:r>
            <a:r>
              <a:rPr dirty="0" sz="3600" spc="25"/>
              <a:t>LU</a:t>
            </a:r>
            <a:r>
              <a:rPr dirty="0" sz="3600"/>
              <a:t>E</a:t>
            </a:r>
            <a:r>
              <a:rPr dirty="0" sz="3600" spc="-65"/>
              <a:t> </a:t>
            </a:r>
            <a:r>
              <a:rPr dirty="0" sz="3600" spc="-15"/>
              <a:t>P</a:t>
            </a:r>
            <a:r>
              <a:rPr dirty="0" sz="3600" spc="-30"/>
              <a:t>R</a:t>
            </a:r>
            <a:r>
              <a:rPr dirty="0" sz="3600" spc="10"/>
              <a:t>O</a:t>
            </a:r>
            <a:r>
              <a:rPr dirty="0" sz="3600" spc="-15"/>
              <a:t>P</a:t>
            </a:r>
            <a:r>
              <a:rPr dirty="0" sz="3600" spc="10"/>
              <a:t>O</a:t>
            </a:r>
            <a:r>
              <a:rPr dirty="0" sz="3600" spc="25"/>
              <a:t>S</a:t>
            </a:r>
            <a:r>
              <a:rPr dirty="0" sz="3600" spc="-30"/>
              <a:t>I</a:t>
            </a:r>
            <a:r>
              <a:rPr dirty="0" sz="3600" spc="-35"/>
              <a:t>T</a:t>
            </a:r>
            <a:r>
              <a:rPr dirty="0" sz="3600" spc="-30"/>
              <a:t>I</a:t>
            </a:r>
            <a:r>
              <a:rPr dirty="0" sz="3600" spc="10"/>
              <a:t>O</a:t>
            </a:r>
            <a:r>
              <a:rPr dirty="0" sz="3600"/>
              <a:t>N</a:t>
            </a:r>
            <a:endParaRPr sz="3600"/>
          </a:p>
        </p:txBody>
      </p:sp>
      <p:pic>
        <p:nvPicPr>
          <p:cNvPr id="2097164" name="object 7"/>
          <p:cNvPicPr>
            <a:picLocks/>
          </p:cNvPicPr>
          <p:nvPr/>
        </p:nvPicPr>
        <p:blipFill>
          <a:blip xmlns:r="http://schemas.openxmlformats.org/officeDocument/2006/relationships" r:embed="rId2" cstate="print"/>
          <a:stretch>
            <a:fillRect/>
          </a:stretch>
        </p:blipFill>
        <p:spPr>
          <a:xfrm>
            <a:off x="676275" y="6467475"/>
            <a:ext cx="2143125" cy="200025"/>
          </a:xfrm>
          <a:prstGeom prst="rect"/>
        </p:spPr>
      </p:pic>
      <p:sp>
        <p:nvSpPr>
          <p:cNvPr id="1048670" name="object 8"/>
          <p:cNvSpPr txBox="1"/>
          <p:nvPr/>
        </p:nvSpPr>
        <p:spPr>
          <a:xfrm>
            <a:off x="739775" y="6473337"/>
            <a:ext cx="1798955" cy="191770"/>
          </a:xfrm>
          <a:prstGeom prst="rect"/>
        </p:spPr>
        <p:txBody>
          <a:bodyPr bIns="0" lIns="0" rIns="0" rtlCol="0" tIns="6985" vert="horz" wrap="square">
            <a:spAutoFit/>
          </a:bodyPr>
          <a:p>
            <a:pPr marL="12700">
              <a:lnSpc>
                <a:spcPct val="100000"/>
              </a:lnSpc>
              <a:spcBef>
                <a:spcPts val="55"/>
              </a:spcBef>
            </a:pPr>
            <a:r>
              <a:rPr dirty="0" sz="1100" spc="20">
                <a:solidFill>
                  <a:srgbClr val="2D83C3"/>
                </a:solidFill>
                <a:latin typeface="Trebuchet MS" panose="020B0603020202020204"/>
                <a:cs typeface="Trebuchet MS" panose="020B0603020202020204"/>
              </a:rPr>
              <a:t>3/21/202</a:t>
            </a:r>
            <a:r>
              <a:rPr dirty="0" sz="1100" spc="10">
                <a:solidFill>
                  <a:srgbClr val="2D83C3"/>
                </a:solidFill>
                <a:latin typeface="Trebuchet MS" panose="020B0603020202020204"/>
                <a:cs typeface="Trebuchet MS" panose="020B0603020202020204"/>
              </a:rPr>
              <a:t>4</a:t>
            </a:r>
            <a:r>
              <a:rPr dirty="0" sz="1100">
                <a:solidFill>
                  <a:srgbClr val="2D83C3"/>
                </a:solidFill>
                <a:latin typeface="Trebuchet MS" panose="020B0603020202020204"/>
                <a:cs typeface="Trebuchet MS" panose="020B0603020202020204"/>
              </a:rPr>
              <a:t> </a:t>
            </a:r>
            <a:r>
              <a:rPr dirty="0" sz="1100" spc="130">
                <a:solidFill>
                  <a:srgbClr val="2D83C3"/>
                </a:solidFill>
                <a:latin typeface="Trebuchet MS" panose="020B0603020202020204"/>
                <a:cs typeface="Trebuchet MS" panose="020B0603020202020204"/>
              </a:rPr>
              <a:t> </a:t>
            </a:r>
            <a:r>
              <a:rPr b="1" dirty="0" sz="1100" spc="50">
                <a:solidFill>
                  <a:srgbClr val="2D83C3"/>
                </a:solidFill>
                <a:latin typeface="Trebuchet MS" panose="020B0603020202020204"/>
                <a:cs typeface="Trebuchet MS" panose="020B0603020202020204"/>
              </a:rPr>
              <a:t>A</a:t>
            </a:r>
            <a:r>
              <a:rPr b="1" dirty="0" sz="1100" spc="15">
                <a:solidFill>
                  <a:srgbClr val="2D83C3"/>
                </a:solidFill>
                <a:latin typeface="Trebuchet MS" panose="020B0603020202020204"/>
                <a:cs typeface="Trebuchet MS" panose="020B0603020202020204"/>
              </a:rPr>
              <a:t>nnu</a:t>
            </a:r>
            <a:r>
              <a:rPr b="1" dirty="0" sz="1100" spc="10">
                <a:solidFill>
                  <a:srgbClr val="2D83C3"/>
                </a:solidFill>
                <a:latin typeface="Trebuchet MS" panose="020B0603020202020204"/>
                <a:cs typeface="Trebuchet MS" panose="020B0603020202020204"/>
              </a:rPr>
              <a:t>al</a:t>
            </a:r>
            <a:r>
              <a:rPr b="1" dirty="0" sz="1100" spc="-140">
                <a:solidFill>
                  <a:srgbClr val="2D83C3"/>
                </a:solidFill>
                <a:latin typeface="Trebuchet MS" panose="020B0603020202020204"/>
                <a:cs typeface="Trebuchet MS" panose="020B0603020202020204"/>
              </a:rPr>
              <a:t> </a:t>
            </a:r>
            <a:r>
              <a:rPr b="1" dirty="0" sz="1100">
                <a:solidFill>
                  <a:srgbClr val="2D83C3"/>
                </a:solidFill>
                <a:latin typeface="Trebuchet MS" panose="020B0603020202020204"/>
                <a:cs typeface="Trebuchet MS" panose="020B0603020202020204"/>
              </a:rPr>
              <a:t>R</a:t>
            </a:r>
            <a:r>
              <a:rPr b="1" dirty="0" sz="1100" spc="35">
                <a:solidFill>
                  <a:srgbClr val="2D83C3"/>
                </a:solidFill>
                <a:latin typeface="Trebuchet MS" panose="020B0603020202020204"/>
                <a:cs typeface="Trebuchet MS" panose="020B0603020202020204"/>
              </a:rPr>
              <a:t>e</a:t>
            </a:r>
            <a:r>
              <a:rPr b="1" dirty="0" sz="1100" spc="90">
                <a:solidFill>
                  <a:srgbClr val="2D83C3"/>
                </a:solidFill>
                <a:latin typeface="Trebuchet MS" panose="020B0603020202020204"/>
                <a:cs typeface="Trebuchet MS" panose="020B0603020202020204"/>
              </a:rPr>
              <a:t>v</a:t>
            </a:r>
            <a:r>
              <a:rPr b="1" dirty="0" sz="1100" spc="-35">
                <a:solidFill>
                  <a:srgbClr val="2D83C3"/>
                </a:solidFill>
                <a:latin typeface="Trebuchet MS" panose="020B0603020202020204"/>
                <a:cs typeface="Trebuchet MS" panose="020B0603020202020204"/>
              </a:rPr>
              <a:t>i</a:t>
            </a:r>
            <a:r>
              <a:rPr b="1" dirty="0" sz="1100" spc="35">
                <a:solidFill>
                  <a:srgbClr val="2D83C3"/>
                </a:solidFill>
                <a:latin typeface="Trebuchet MS" panose="020B0603020202020204"/>
                <a:cs typeface="Trebuchet MS" panose="020B0603020202020204"/>
              </a:rPr>
              <a:t>e</a:t>
            </a:r>
            <a:r>
              <a:rPr b="1" dirty="0" sz="1100" spc="15">
                <a:solidFill>
                  <a:srgbClr val="2D83C3"/>
                </a:solidFill>
                <a:latin typeface="Trebuchet MS" panose="020B0603020202020204"/>
                <a:cs typeface="Trebuchet MS" panose="020B0603020202020204"/>
              </a:rPr>
              <a:t>w</a:t>
            </a:r>
            <a:endParaRPr sz="1100">
              <a:latin typeface="Trebuchet MS" panose="020B0603020202020204"/>
              <a:cs typeface="Trebuchet MS" panose="020B0603020202020204"/>
            </a:endParaRPr>
          </a:p>
        </p:txBody>
      </p:sp>
      <p:sp>
        <p:nvSpPr>
          <p:cNvPr id="1048671" name="object 9"/>
          <p:cNvSpPr txBox="1">
            <a:spLocks noGrp="1"/>
          </p:cNvSpPr>
          <p:nvPr>
            <p:ph type="sldNum" sz="quarter" idx="7"/>
          </p:nvPr>
        </p:nvSpPr>
        <p:spPr>
          <a:prstGeom prst="rect"/>
        </p:spPr>
        <p:txBody>
          <a:bodyPr bIns="0" lIns="0" rIns="0" rtlCol="0" tIns="6985" vert="horz" wrap="square">
            <a:spAutoFit/>
          </a:bodyPr>
          <a:p>
            <a:pPr marL="38100">
              <a:lnSpc>
                <a:spcPct val="100000"/>
              </a:lnSpc>
              <a:spcBef>
                <a:spcPts val="55"/>
              </a:spcBef>
            </a:pPr>
            <a:fld id="{81D60167-4931-47E6-BA6A-407CBD079E47}" type="slidenum">
              <a:rPr dirty="0" spc="10"/>
              <a:t>8</a:t>
            </a:fld>
            <a:endParaRPr dirty="0" spc="10"/>
          </a:p>
        </p:txBody>
      </p:sp>
      <p:sp>
        <p:nvSpPr>
          <p:cNvPr id="1048672" name="Text Box 9"/>
          <p:cNvSpPr txBox="1"/>
          <p:nvPr/>
        </p:nvSpPr>
        <p:spPr>
          <a:xfrm>
            <a:off x="3515995" y="2553335"/>
            <a:ext cx="5535295" cy="1579245"/>
          </a:xfrm>
          <a:prstGeom prst="rect"/>
          <a:noFill/>
        </p:spPr>
        <p:txBody>
          <a:bodyPr rtlCol="0" wrap="square">
            <a:noAutofit/>
          </a:bodyPr>
          <a:p>
            <a:pPr algn="just"/>
            <a:r>
              <a:rPr lang="en-US"/>
              <a:t>                 </a:t>
            </a:r>
            <a:r>
              <a:rPr sz="2400" lang="en-US"/>
              <a:t> The solution to the above existing problem is that we can build a software keyloggers instead of hardware keyloggers.</a:t>
            </a:r>
            <a:endParaRPr sz="2400"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37" name=""/>
        <p:cNvGrpSpPr/>
        <p:nvPr/>
      </p:nvGrpSpPr>
      <p:grpSpPr>
        <a:xfrm>
          <a:off x="0" y="0"/>
          <a:ext cx="0" cy="0"/>
          <a:chOff x="0" y="0"/>
          <a:chExt cx="0" cy="0"/>
        </a:xfrm>
      </p:grpSpPr>
      <p:sp>
        <p:nvSpPr>
          <p:cNvPr id="1048673" name="object 2"/>
          <p:cNvSpPr txBox="1"/>
          <p:nvPr/>
        </p:nvSpPr>
        <p:spPr>
          <a:xfrm>
            <a:off x="752475" y="6486037"/>
            <a:ext cx="1773555" cy="166370"/>
          </a:xfrm>
          <a:prstGeom prst="rect"/>
        </p:spPr>
        <p:txBody>
          <a:bodyPr bIns="0" lIns="0" rIns="0" rtlCol="0" tIns="0" vert="horz" wrap="square">
            <a:spAutoFit/>
          </a:bodyPr>
          <a:p>
            <a:pPr>
              <a:lnSpc>
                <a:spcPts val="1275"/>
              </a:lnSpc>
            </a:pPr>
            <a:r>
              <a:rPr dirty="0" sz="1100" spc="20">
                <a:solidFill>
                  <a:srgbClr val="2D83C3"/>
                </a:solidFill>
                <a:latin typeface="Trebuchet MS" panose="020B0603020202020204"/>
                <a:cs typeface="Trebuchet MS" panose="020B0603020202020204"/>
              </a:rPr>
              <a:t>3/21/202</a:t>
            </a:r>
            <a:r>
              <a:rPr dirty="0" sz="1100" spc="10">
                <a:solidFill>
                  <a:srgbClr val="2D83C3"/>
                </a:solidFill>
                <a:latin typeface="Trebuchet MS" panose="020B0603020202020204"/>
                <a:cs typeface="Trebuchet MS" panose="020B0603020202020204"/>
              </a:rPr>
              <a:t>4</a:t>
            </a:r>
            <a:r>
              <a:rPr dirty="0" sz="1100">
                <a:solidFill>
                  <a:srgbClr val="2D83C3"/>
                </a:solidFill>
                <a:latin typeface="Trebuchet MS" panose="020B0603020202020204"/>
                <a:cs typeface="Trebuchet MS" panose="020B0603020202020204"/>
              </a:rPr>
              <a:t> </a:t>
            </a:r>
            <a:r>
              <a:rPr dirty="0" sz="1100" spc="130">
                <a:solidFill>
                  <a:srgbClr val="2D83C3"/>
                </a:solidFill>
                <a:latin typeface="Trebuchet MS" panose="020B0603020202020204"/>
                <a:cs typeface="Trebuchet MS" panose="020B0603020202020204"/>
              </a:rPr>
              <a:t> </a:t>
            </a:r>
            <a:r>
              <a:rPr b="1" dirty="0" sz="1100" spc="50">
                <a:solidFill>
                  <a:srgbClr val="2D83C3"/>
                </a:solidFill>
                <a:latin typeface="Trebuchet MS" panose="020B0603020202020204"/>
                <a:cs typeface="Trebuchet MS" panose="020B0603020202020204"/>
              </a:rPr>
              <a:t>A</a:t>
            </a:r>
            <a:r>
              <a:rPr b="1" dirty="0" sz="1100" spc="15">
                <a:solidFill>
                  <a:srgbClr val="2D83C3"/>
                </a:solidFill>
                <a:latin typeface="Trebuchet MS" panose="020B0603020202020204"/>
                <a:cs typeface="Trebuchet MS" panose="020B0603020202020204"/>
              </a:rPr>
              <a:t>nnu</a:t>
            </a:r>
            <a:r>
              <a:rPr b="1" dirty="0" sz="1100" spc="10">
                <a:solidFill>
                  <a:srgbClr val="2D83C3"/>
                </a:solidFill>
                <a:latin typeface="Trebuchet MS" panose="020B0603020202020204"/>
                <a:cs typeface="Trebuchet MS" panose="020B0603020202020204"/>
              </a:rPr>
              <a:t>al</a:t>
            </a:r>
            <a:r>
              <a:rPr b="1" dirty="0" sz="1100" spc="-140">
                <a:solidFill>
                  <a:srgbClr val="2D83C3"/>
                </a:solidFill>
                <a:latin typeface="Trebuchet MS" panose="020B0603020202020204"/>
                <a:cs typeface="Trebuchet MS" panose="020B0603020202020204"/>
              </a:rPr>
              <a:t> </a:t>
            </a:r>
            <a:r>
              <a:rPr b="1" dirty="0" sz="1100">
                <a:solidFill>
                  <a:srgbClr val="2D83C3"/>
                </a:solidFill>
                <a:latin typeface="Trebuchet MS" panose="020B0603020202020204"/>
                <a:cs typeface="Trebuchet MS" panose="020B0603020202020204"/>
              </a:rPr>
              <a:t>R</a:t>
            </a:r>
            <a:r>
              <a:rPr b="1" dirty="0" sz="1100" spc="35">
                <a:solidFill>
                  <a:srgbClr val="2D83C3"/>
                </a:solidFill>
                <a:latin typeface="Trebuchet MS" panose="020B0603020202020204"/>
                <a:cs typeface="Trebuchet MS" panose="020B0603020202020204"/>
              </a:rPr>
              <a:t>e</a:t>
            </a:r>
            <a:r>
              <a:rPr b="1" dirty="0" sz="1100" spc="90">
                <a:solidFill>
                  <a:srgbClr val="2D83C3"/>
                </a:solidFill>
                <a:latin typeface="Trebuchet MS" panose="020B0603020202020204"/>
                <a:cs typeface="Trebuchet MS" panose="020B0603020202020204"/>
              </a:rPr>
              <a:t>v</a:t>
            </a:r>
            <a:r>
              <a:rPr b="1" dirty="0" sz="1100" spc="-35">
                <a:solidFill>
                  <a:srgbClr val="2D83C3"/>
                </a:solidFill>
                <a:latin typeface="Trebuchet MS" panose="020B0603020202020204"/>
                <a:cs typeface="Trebuchet MS" panose="020B0603020202020204"/>
              </a:rPr>
              <a:t>i</a:t>
            </a:r>
            <a:r>
              <a:rPr b="1" dirty="0" sz="1100" spc="35">
                <a:solidFill>
                  <a:srgbClr val="2D83C3"/>
                </a:solidFill>
                <a:latin typeface="Trebuchet MS" panose="020B0603020202020204"/>
                <a:cs typeface="Trebuchet MS" panose="020B0603020202020204"/>
              </a:rPr>
              <a:t>e</a:t>
            </a:r>
            <a:r>
              <a:rPr b="1" dirty="0" sz="1100" spc="15">
                <a:solidFill>
                  <a:srgbClr val="2D83C3"/>
                </a:solidFill>
                <a:latin typeface="Trebuchet MS" panose="020B0603020202020204"/>
                <a:cs typeface="Trebuchet MS" panose="020B0603020202020204"/>
              </a:rPr>
              <a:t>w</a:t>
            </a:r>
            <a:endParaRPr sz="1100">
              <a:latin typeface="Trebuchet MS" panose="020B0603020202020204"/>
              <a:cs typeface="Trebuchet MS" panose="020B0603020202020204"/>
            </a:endParaRPr>
          </a:p>
        </p:txBody>
      </p:sp>
      <p:sp>
        <p:nvSpPr>
          <p:cNvPr id="1048674" name="object 3"/>
          <p:cNvSpPr/>
          <p:nvPr/>
        </p:nvSpPr>
        <p:spPr>
          <a:xfrm>
            <a:off x="9353550" y="5362575"/>
            <a:ext cx="457200" cy="457200"/>
          </a:xfrm>
          <a:custGeom>
            <a:avLst/>
            <a:ah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bIns="0" lIns="0" rIns="0" rtlCol="0" tIns="0" wrap="square"/>
          <a:p/>
        </p:txBody>
      </p:sp>
      <p:sp>
        <p:nvSpPr>
          <p:cNvPr id="1048675" name="object 4"/>
          <p:cNvSpPr/>
          <p:nvPr/>
        </p:nvSpPr>
        <p:spPr>
          <a:xfrm>
            <a:off x="6696075" y="1695450"/>
            <a:ext cx="314325" cy="323850"/>
          </a:xfrm>
          <a:custGeom>
            <a:avLst/>
            <a:ah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bIns="0" lIns="0" rIns="0" rtlCol="0" tIns="0" wrap="square"/>
          <a:p/>
        </p:txBody>
      </p:sp>
      <p:sp>
        <p:nvSpPr>
          <p:cNvPr id="1048676" name="object 5"/>
          <p:cNvSpPr/>
          <p:nvPr/>
        </p:nvSpPr>
        <p:spPr>
          <a:xfrm>
            <a:off x="9353550" y="5895975"/>
            <a:ext cx="180975" cy="180975"/>
          </a:xfrm>
          <a:custGeom>
            <a:avLst/>
            <a:ah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bIns="0" lIns="0" rIns="0" rtlCol="0" tIns="0" wrap="square"/>
          <a:p/>
        </p:txBody>
      </p:sp>
      <p:pic>
        <p:nvPicPr>
          <p:cNvPr id="2097165" name="object 6"/>
          <p:cNvPicPr>
            <a:picLocks/>
          </p:cNvPicPr>
          <p:nvPr/>
        </p:nvPicPr>
        <p:blipFill>
          <a:blip xmlns:r="http://schemas.openxmlformats.org/officeDocument/2006/relationships" r:embed="rId1" cstate="print"/>
          <a:stretch>
            <a:fillRect/>
          </a:stretch>
        </p:blipFill>
        <p:spPr>
          <a:xfrm>
            <a:off x="66675" y="3381373"/>
            <a:ext cx="2466975" cy="3419475"/>
          </a:xfrm>
          <a:prstGeom prst="rect"/>
        </p:spPr>
      </p:pic>
      <p:sp>
        <p:nvSpPr>
          <p:cNvPr id="1048677" name="object 7"/>
          <p:cNvSpPr txBox="1">
            <a:spLocks noGrp="1"/>
          </p:cNvSpPr>
          <p:nvPr>
            <p:ph type="title"/>
          </p:nvPr>
        </p:nvSpPr>
        <p:spPr>
          <a:xfrm>
            <a:off x="739775" y="654938"/>
            <a:ext cx="7543165" cy="638810"/>
          </a:xfrm>
          <a:prstGeom prst="rect"/>
        </p:spPr>
        <p:txBody>
          <a:bodyPr bIns="0" lIns="0" rIns="0" rtlCol="0" tIns="16510" vert="horz" wrap="square">
            <a:spAutoFit/>
          </a:bodyPr>
          <a:p>
            <a:pPr marL="12700">
              <a:lnSpc>
                <a:spcPct val="100000"/>
              </a:lnSpc>
              <a:spcBef>
                <a:spcPts val="130"/>
              </a:spcBef>
            </a:pPr>
            <a:r>
              <a:rPr dirty="0" sz="4250" spc="15"/>
              <a:t>THE</a:t>
            </a:r>
            <a:r>
              <a:rPr dirty="0" sz="4250" spc="20"/>
              <a:t> </a:t>
            </a:r>
            <a:r>
              <a:rPr dirty="0" sz="4250" spc="10"/>
              <a:t>WOW</a:t>
            </a:r>
            <a:r>
              <a:rPr dirty="0" sz="4250" spc="85"/>
              <a:t> </a:t>
            </a:r>
            <a:r>
              <a:rPr dirty="0" sz="4250" spc="10"/>
              <a:t>IN</a:t>
            </a:r>
            <a:r>
              <a:rPr dirty="0" sz="4250" spc="-5"/>
              <a:t> </a:t>
            </a:r>
            <a:r>
              <a:rPr dirty="0" sz="4250" spc="15"/>
              <a:t>YOUR</a:t>
            </a:r>
            <a:r>
              <a:rPr dirty="0" sz="4250" spc="-10"/>
              <a:t> </a:t>
            </a:r>
            <a:r>
              <a:rPr dirty="0" sz="4250" spc="20"/>
              <a:t>SOLUTION</a:t>
            </a:r>
            <a:endParaRPr sz="4250"/>
          </a:p>
        </p:txBody>
      </p:sp>
      <p:sp>
        <p:nvSpPr>
          <p:cNvPr id="1048678" name="object 8"/>
          <p:cNvSpPr txBox="1"/>
          <p:nvPr/>
        </p:nvSpPr>
        <p:spPr>
          <a:xfrm>
            <a:off x="11277218" y="6473337"/>
            <a:ext cx="228600" cy="191770"/>
          </a:xfrm>
          <a:prstGeom prst="rect"/>
        </p:spPr>
        <p:txBody>
          <a:bodyPr bIns="0" lIns="0" rIns="0" rtlCol="0" tIns="6985" vert="horz" wrap="square">
            <a:spAutoFit/>
          </a:bodyPr>
          <a:p>
            <a:pPr marL="38100">
              <a:lnSpc>
                <a:spcPct val="100000"/>
              </a:lnSpc>
              <a:spcBef>
                <a:spcPts val="55"/>
              </a:spcBef>
            </a:pPr>
            <a:fld id="{81D60167-4931-47E6-BA6A-407CBD079E47}" type="slidenum">
              <a:rPr dirty="0" sz="1100" spc="10">
                <a:solidFill>
                  <a:srgbClr val="2D936B"/>
                </a:solidFill>
                <a:latin typeface="Trebuchet MS" panose="020B0603020202020204"/>
                <a:cs typeface="Trebuchet MS" panose="020B0603020202020204"/>
              </a:rPr>
              <a:t>9</a:t>
            </a:fld>
            <a:endParaRPr sz="1100">
              <a:latin typeface="Trebuchet MS" panose="020B0603020202020204"/>
              <a:cs typeface="Trebuchet MS" panose="020B0603020202020204"/>
            </a:endParaRPr>
          </a:p>
        </p:txBody>
      </p:sp>
      <p:sp>
        <p:nvSpPr>
          <p:cNvPr id="1048679" name="Text Box 8"/>
          <p:cNvSpPr txBox="1"/>
          <p:nvPr/>
        </p:nvSpPr>
        <p:spPr>
          <a:xfrm>
            <a:off x="2780030" y="2347595"/>
            <a:ext cx="5830570" cy="2580640"/>
          </a:xfrm>
          <a:prstGeom prst="rect"/>
          <a:noFill/>
        </p:spPr>
        <p:txBody>
          <a:bodyPr rtlCol="0" wrap="square">
            <a:spAutoFit/>
          </a:bodyPr>
          <a:p>
            <a:pPr indent="-285750" marL="285750">
              <a:buFont typeface="Arial" panose="020B0604020202020204" pitchFamily="34" charset="0"/>
              <a:buChar char="•"/>
            </a:pPr>
            <a:r>
              <a:rPr dirty="0" sz="2400" lang="en-IN">
                <a:latin typeface="Times New Roman" panose="02020603050405020304" pitchFamily="18" charset="0"/>
                <a:cs typeface="Times New Roman" panose="02020603050405020304" pitchFamily="18" charset="0"/>
                <a:sym typeface="+mn-ea"/>
              </a:rPr>
              <a:t>Full Transparency.</a:t>
            </a:r>
            <a:endParaRPr dirty="0" sz="2400" lang="en-IN">
              <a:latin typeface="Times New Roman" panose="02020603050405020304" pitchFamily="18" charset="0"/>
              <a:cs typeface="Times New Roman" panose="02020603050405020304" pitchFamily="18" charset="0"/>
            </a:endParaRPr>
          </a:p>
          <a:p>
            <a:pPr indent="-285750" marL="285750">
              <a:buFont typeface="Arial" panose="020B0604020202020204" pitchFamily="34" charset="0"/>
              <a:buChar char="•"/>
            </a:pPr>
            <a:r>
              <a:rPr dirty="0" sz="2400" lang="en-IN">
                <a:latin typeface="Times New Roman" panose="02020603050405020304" pitchFamily="18" charset="0"/>
                <a:cs typeface="Times New Roman" panose="02020603050405020304" pitchFamily="18" charset="0"/>
                <a:sym typeface="+mn-ea"/>
              </a:rPr>
              <a:t>Less Risk of Data Theft</a:t>
            </a:r>
            <a:endParaRPr dirty="0" sz="2400" lang="en-IN">
              <a:latin typeface="Times New Roman" panose="02020603050405020304" pitchFamily="18" charset="0"/>
              <a:cs typeface="Times New Roman" panose="02020603050405020304" pitchFamily="18" charset="0"/>
            </a:endParaRPr>
          </a:p>
          <a:p>
            <a:pPr indent="-285750" marL="285750">
              <a:buFont typeface="Arial" panose="020B0604020202020204" pitchFamily="34" charset="0"/>
              <a:buChar char="•"/>
            </a:pPr>
            <a:r>
              <a:rPr dirty="0" sz="2400" lang="en-IN">
                <a:latin typeface="Times New Roman" panose="02020603050405020304" pitchFamily="18" charset="0"/>
                <a:cs typeface="Times New Roman" panose="02020603050405020304" pitchFamily="18" charset="0"/>
                <a:sym typeface="+mn-ea"/>
              </a:rPr>
              <a:t>Clearer Protection Against Liability</a:t>
            </a:r>
            <a:endParaRPr dirty="0" sz="2400" lang="en-IN">
              <a:latin typeface="Times New Roman" panose="02020603050405020304" pitchFamily="18" charset="0"/>
              <a:cs typeface="Times New Roman" panose="02020603050405020304" pitchFamily="18" charset="0"/>
            </a:endParaRPr>
          </a:p>
          <a:p>
            <a:pPr indent="-285750" marL="285750">
              <a:buFont typeface="Arial" panose="020B0604020202020204" pitchFamily="34" charset="0"/>
              <a:buChar char="•"/>
            </a:pPr>
            <a:r>
              <a:rPr dirty="0" sz="2400" lang="en-IN">
                <a:latin typeface="Times New Roman" panose="02020603050405020304" pitchFamily="18" charset="0"/>
                <a:cs typeface="Times New Roman" panose="02020603050405020304" pitchFamily="18" charset="0"/>
                <a:sym typeface="+mn-ea"/>
              </a:rPr>
              <a:t>Better Password Access.</a:t>
            </a:r>
            <a:endParaRPr dirty="0" sz="2400" lang="en-IN">
              <a:latin typeface="Times New Roman" panose="02020603050405020304" pitchFamily="18" charset="0"/>
              <a:cs typeface="Times New Roman" panose="02020603050405020304" pitchFamily="18" charset="0"/>
            </a:endParaRPr>
          </a:p>
          <a:p>
            <a:pPr indent="-285750" marL="285750">
              <a:buFont typeface="Arial" panose="020B0604020202020204" pitchFamily="34" charset="0"/>
              <a:buChar char="•"/>
            </a:pPr>
            <a:r>
              <a:rPr dirty="0" sz="2400" lang="en-IN">
                <a:latin typeface="Times New Roman" panose="02020603050405020304" pitchFamily="18" charset="0"/>
                <a:cs typeface="Times New Roman" panose="02020603050405020304" pitchFamily="18" charset="0"/>
                <a:sym typeface="+mn-ea"/>
              </a:rPr>
              <a:t>More Productivity.</a:t>
            </a:r>
            <a:endParaRPr dirty="0" sz="2400" lang="en-IN">
              <a:latin typeface="Times New Roman" panose="02020603050405020304" pitchFamily="18" charset="0"/>
              <a:cs typeface="Times New Roman" panose="02020603050405020304" pitchFamily="18" charset="0"/>
            </a:endParaRPr>
          </a:p>
          <a:p>
            <a:pPr indent="-285750" marL="285750">
              <a:buFont typeface="Arial" panose="020B0604020202020204" pitchFamily="34" charset="0"/>
              <a:buChar char="•"/>
            </a:pPr>
            <a:r>
              <a:rPr dirty="0" sz="2400" lang="en-IN">
                <a:latin typeface="Times New Roman" panose="02020603050405020304" pitchFamily="18" charset="0"/>
                <a:cs typeface="Times New Roman" panose="02020603050405020304" pitchFamily="18" charset="0"/>
                <a:sym typeface="+mn-ea"/>
              </a:rPr>
              <a:t>Tougher Deterrent Against Phishing &amp; Viruses</a:t>
            </a:r>
            <a:r>
              <a:rPr dirty="0" sz="2400" lang="en-IN">
                <a:sym typeface="+mn-ea"/>
              </a:rPr>
              <a:t>.</a:t>
            </a:r>
            <a:endParaRPr dirty="0" sz="2400" lang="en-IN"/>
          </a:p>
          <a:p>
            <a:endParaRPr dirty="0" sz="2400"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38" name=""/>
        <p:cNvGrpSpPr/>
        <p:nvPr/>
      </p:nvGrpSpPr>
      <p:grpSpPr>
        <a:xfrm>
          <a:off x="0" y="0"/>
          <a:ext cx="0" cy="0"/>
          <a:chOff x="0" y="0"/>
          <a:chExt cx="0" cy="0"/>
        </a:xfrm>
      </p:grpSpPr>
      <p:sp>
        <p:nvSpPr>
          <p:cNvPr id="1048680" name="object 2"/>
          <p:cNvSpPr txBox="1"/>
          <p:nvPr/>
        </p:nvSpPr>
        <p:spPr>
          <a:xfrm>
            <a:off x="752475" y="6486037"/>
            <a:ext cx="1773555" cy="166370"/>
          </a:xfrm>
          <a:prstGeom prst="rect"/>
        </p:spPr>
        <p:txBody>
          <a:bodyPr bIns="0" lIns="0" rIns="0" rtlCol="0" tIns="0" vert="horz" wrap="square">
            <a:spAutoFit/>
          </a:bodyPr>
          <a:p>
            <a:pPr>
              <a:lnSpc>
                <a:spcPts val="1275"/>
              </a:lnSpc>
            </a:pPr>
            <a:r>
              <a:rPr dirty="0" sz="1100" spc="20">
                <a:solidFill>
                  <a:srgbClr val="2D83C3"/>
                </a:solidFill>
                <a:latin typeface="Trebuchet MS" panose="020B0603020202020204"/>
                <a:cs typeface="Trebuchet MS" panose="020B0603020202020204"/>
              </a:rPr>
              <a:t>3/21/202</a:t>
            </a:r>
            <a:r>
              <a:rPr dirty="0" sz="1100" spc="10">
                <a:solidFill>
                  <a:srgbClr val="2D83C3"/>
                </a:solidFill>
                <a:latin typeface="Trebuchet MS" panose="020B0603020202020204"/>
                <a:cs typeface="Trebuchet MS" panose="020B0603020202020204"/>
              </a:rPr>
              <a:t>4</a:t>
            </a:r>
            <a:r>
              <a:rPr dirty="0" sz="1100">
                <a:solidFill>
                  <a:srgbClr val="2D83C3"/>
                </a:solidFill>
                <a:latin typeface="Trebuchet MS" panose="020B0603020202020204"/>
                <a:cs typeface="Trebuchet MS" panose="020B0603020202020204"/>
              </a:rPr>
              <a:t> </a:t>
            </a:r>
            <a:r>
              <a:rPr dirty="0" sz="1100" spc="130">
                <a:solidFill>
                  <a:srgbClr val="2D83C3"/>
                </a:solidFill>
                <a:latin typeface="Trebuchet MS" panose="020B0603020202020204"/>
                <a:cs typeface="Trebuchet MS" panose="020B0603020202020204"/>
              </a:rPr>
              <a:t> </a:t>
            </a:r>
            <a:r>
              <a:rPr b="1" dirty="0" sz="1100" spc="50">
                <a:solidFill>
                  <a:srgbClr val="2D83C3"/>
                </a:solidFill>
                <a:latin typeface="Trebuchet MS" panose="020B0603020202020204"/>
                <a:cs typeface="Trebuchet MS" panose="020B0603020202020204"/>
              </a:rPr>
              <a:t>A</a:t>
            </a:r>
            <a:r>
              <a:rPr b="1" dirty="0" sz="1100" spc="15">
                <a:solidFill>
                  <a:srgbClr val="2D83C3"/>
                </a:solidFill>
                <a:latin typeface="Trebuchet MS" panose="020B0603020202020204"/>
                <a:cs typeface="Trebuchet MS" panose="020B0603020202020204"/>
              </a:rPr>
              <a:t>nnu</a:t>
            </a:r>
            <a:r>
              <a:rPr b="1" dirty="0" sz="1100" spc="10">
                <a:solidFill>
                  <a:srgbClr val="2D83C3"/>
                </a:solidFill>
                <a:latin typeface="Trebuchet MS" panose="020B0603020202020204"/>
                <a:cs typeface="Trebuchet MS" panose="020B0603020202020204"/>
              </a:rPr>
              <a:t>al</a:t>
            </a:r>
            <a:r>
              <a:rPr b="1" dirty="0" sz="1100" spc="-140">
                <a:solidFill>
                  <a:srgbClr val="2D83C3"/>
                </a:solidFill>
                <a:latin typeface="Trebuchet MS" panose="020B0603020202020204"/>
                <a:cs typeface="Trebuchet MS" panose="020B0603020202020204"/>
              </a:rPr>
              <a:t> </a:t>
            </a:r>
            <a:r>
              <a:rPr b="1" dirty="0" sz="1100">
                <a:solidFill>
                  <a:srgbClr val="2D83C3"/>
                </a:solidFill>
                <a:latin typeface="Trebuchet MS" panose="020B0603020202020204"/>
                <a:cs typeface="Trebuchet MS" panose="020B0603020202020204"/>
              </a:rPr>
              <a:t>R</a:t>
            </a:r>
            <a:r>
              <a:rPr b="1" dirty="0" sz="1100" spc="35">
                <a:solidFill>
                  <a:srgbClr val="2D83C3"/>
                </a:solidFill>
                <a:latin typeface="Trebuchet MS" panose="020B0603020202020204"/>
                <a:cs typeface="Trebuchet MS" panose="020B0603020202020204"/>
              </a:rPr>
              <a:t>e</a:t>
            </a:r>
            <a:r>
              <a:rPr b="1" dirty="0" sz="1100" spc="90">
                <a:solidFill>
                  <a:srgbClr val="2D83C3"/>
                </a:solidFill>
                <a:latin typeface="Trebuchet MS" panose="020B0603020202020204"/>
                <a:cs typeface="Trebuchet MS" panose="020B0603020202020204"/>
              </a:rPr>
              <a:t>v</a:t>
            </a:r>
            <a:r>
              <a:rPr b="1" dirty="0" sz="1100" spc="-35">
                <a:solidFill>
                  <a:srgbClr val="2D83C3"/>
                </a:solidFill>
                <a:latin typeface="Trebuchet MS" panose="020B0603020202020204"/>
                <a:cs typeface="Trebuchet MS" panose="020B0603020202020204"/>
              </a:rPr>
              <a:t>i</a:t>
            </a:r>
            <a:r>
              <a:rPr b="1" dirty="0" sz="1100" spc="35">
                <a:solidFill>
                  <a:srgbClr val="2D83C3"/>
                </a:solidFill>
                <a:latin typeface="Trebuchet MS" panose="020B0603020202020204"/>
                <a:cs typeface="Trebuchet MS" panose="020B0603020202020204"/>
              </a:rPr>
              <a:t>e</a:t>
            </a:r>
            <a:r>
              <a:rPr b="1" dirty="0" sz="1100" spc="15">
                <a:solidFill>
                  <a:srgbClr val="2D83C3"/>
                </a:solidFill>
                <a:latin typeface="Trebuchet MS" panose="020B0603020202020204"/>
                <a:cs typeface="Trebuchet MS" panose="020B0603020202020204"/>
              </a:rPr>
              <a:t>w</a:t>
            </a:r>
            <a:endParaRPr sz="1100">
              <a:latin typeface="Trebuchet MS" panose="020B0603020202020204"/>
              <a:cs typeface="Trebuchet MS" panose="020B0603020202020204"/>
            </a:endParaRPr>
          </a:p>
        </p:txBody>
      </p:sp>
      <p:sp>
        <p:nvSpPr>
          <p:cNvPr id="1048681" name="object 3"/>
          <p:cNvSpPr/>
          <p:nvPr/>
        </p:nvSpPr>
        <p:spPr>
          <a:xfrm>
            <a:off x="9353550" y="5362575"/>
            <a:ext cx="457200" cy="457200"/>
          </a:xfrm>
          <a:custGeom>
            <a:avLst/>
            <a:ah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bIns="0" lIns="0" rIns="0" rtlCol="0" tIns="0" wrap="square"/>
          <a:p/>
        </p:txBody>
      </p:sp>
      <p:sp>
        <p:nvSpPr>
          <p:cNvPr id="1048682" name="object 4"/>
          <p:cNvSpPr/>
          <p:nvPr/>
        </p:nvSpPr>
        <p:spPr>
          <a:xfrm>
            <a:off x="6696075" y="1695450"/>
            <a:ext cx="314325" cy="323850"/>
          </a:xfrm>
          <a:custGeom>
            <a:avLst/>
            <a:ah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bIns="0" lIns="0" rIns="0" rtlCol="0" tIns="0" wrap="square"/>
          <a:p/>
        </p:txBody>
      </p:sp>
      <p:sp>
        <p:nvSpPr>
          <p:cNvPr id="1048683" name="object 5"/>
          <p:cNvSpPr/>
          <p:nvPr/>
        </p:nvSpPr>
        <p:spPr>
          <a:xfrm>
            <a:off x="9353550" y="5895975"/>
            <a:ext cx="180975" cy="180975"/>
          </a:xfrm>
          <a:custGeom>
            <a:avLst/>
            <a:ah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bIns="0" lIns="0" rIns="0" rtlCol="0" tIns="0" wrap="square"/>
          <a:p/>
        </p:txBody>
      </p:sp>
      <p:pic>
        <p:nvPicPr>
          <p:cNvPr id="2097166" name="object 6"/>
          <p:cNvPicPr>
            <a:picLocks/>
          </p:cNvPicPr>
          <p:nvPr/>
        </p:nvPicPr>
        <p:blipFill>
          <a:blip xmlns:r="http://schemas.openxmlformats.org/officeDocument/2006/relationships" r:embed="rId1" cstate="print"/>
          <a:stretch>
            <a:fillRect/>
          </a:stretch>
        </p:blipFill>
        <p:spPr>
          <a:xfrm>
            <a:off x="1666875" y="6467475"/>
            <a:ext cx="76200" cy="177800"/>
          </a:xfrm>
          <a:prstGeom prst="rect"/>
        </p:spPr>
      </p:pic>
      <p:sp>
        <p:nvSpPr>
          <p:cNvPr id="1048684" name="object 9"/>
          <p:cNvSpPr txBox="1"/>
          <p:nvPr/>
        </p:nvSpPr>
        <p:spPr>
          <a:xfrm>
            <a:off x="11277218" y="6473337"/>
            <a:ext cx="228600" cy="191770"/>
          </a:xfrm>
          <a:prstGeom prst="rect"/>
        </p:spPr>
        <p:txBody>
          <a:bodyPr bIns="0" lIns="0" rIns="0" rtlCol="0" tIns="6985" vert="horz" wrap="square">
            <a:spAutoFit/>
          </a:bodyPr>
          <a:p>
            <a:pPr marL="38100">
              <a:lnSpc>
                <a:spcPct val="100000"/>
              </a:lnSpc>
              <a:spcBef>
                <a:spcPts val="55"/>
              </a:spcBef>
            </a:pPr>
            <a:fld id="{81D60167-4931-47E6-BA6A-407CBD079E47}" type="slidenum">
              <a:rPr dirty="0" sz="1100" spc="10">
                <a:solidFill>
                  <a:srgbClr val="2D936B"/>
                </a:solidFill>
                <a:latin typeface="Trebuchet MS" panose="020B0603020202020204"/>
                <a:cs typeface="Trebuchet MS" panose="020B0603020202020204"/>
              </a:rPr>
              <a:t>10</a:t>
            </a:fld>
            <a:endParaRPr sz="1100">
              <a:latin typeface="Trebuchet MS" panose="020B0603020202020204"/>
              <a:cs typeface="Trebuchet MS" panose="020B0603020202020204"/>
            </a:endParaRPr>
          </a:p>
        </p:txBody>
      </p:sp>
      <p:sp>
        <p:nvSpPr>
          <p:cNvPr id="1048685" name="object 8"/>
          <p:cNvSpPr txBox="1"/>
          <p:nvPr/>
        </p:nvSpPr>
        <p:spPr>
          <a:xfrm>
            <a:off x="739775" y="291147"/>
            <a:ext cx="3303904" cy="758190"/>
          </a:xfrm>
          <a:prstGeom prst="rect"/>
        </p:spPr>
        <p:txBody>
          <a:bodyPr bIns="0" lIns="0" rIns="0" rtlCol="0" tIns="13335" vert="horz" wrap="square">
            <a:spAutoFit/>
          </a:bodyPr>
          <a:p>
            <a:pPr marL="12700">
              <a:lnSpc>
                <a:spcPct val="100000"/>
              </a:lnSpc>
              <a:spcBef>
                <a:spcPts val="105"/>
              </a:spcBef>
            </a:pPr>
            <a:r>
              <a:rPr b="1" dirty="0" sz="4800" spc="15">
                <a:latin typeface="Trebuchet MS" panose="020B0603020202020204"/>
                <a:cs typeface="Trebuchet MS" panose="020B0603020202020204"/>
              </a:rPr>
              <a:t>M</a:t>
            </a:r>
            <a:r>
              <a:rPr b="1" dirty="0" sz="4800">
                <a:latin typeface="Trebuchet MS" panose="020B0603020202020204"/>
                <a:cs typeface="Trebuchet MS" panose="020B0603020202020204"/>
              </a:rPr>
              <a:t>O</a:t>
            </a:r>
            <a:r>
              <a:rPr b="1" dirty="0" sz="4800" spc="-15">
                <a:latin typeface="Trebuchet MS" panose="020B0603020202020204"/>
                <a:cs typeface="Trebuchet MS" panose="020B0603020202020204"/>
              </a:rPr>
              <a:t>D</a:t>
            </a:r>
            <a:r>
              <a:rPr b="1" dirty="0" sz="4800" spc="-35">
                <a:latin typeface="Trebuchet MS" panose="020B0603020202020204"/>
                <a:cs typeface="Trebuchet MS" panose="020B0603020202020204"/>
              </a:rPr>
              <a:t>E</a:t>
            </a:r>
            <a:r>
              <a:rPr b="1" dirty="0" sz="4800" spc="-30">
                <a:latin typeface="Trebuchet MS" panose="020B0603020202020204"/>
                <a:cs typeface="Trebuchet MS" panose="020B0603020202020204"/>
              </a:rPr>
              <a:t>LL</a:t>
            </a:r>
            <a:r>
              <a:rPr b="1" dirty="0" sz="4800" spc="-5">
                <a:latin typeface="Trebuchet MS" panose="020B0603020202020204"/>
                <a:cs typeface="Trebuchet MS" panose="020B0603020202020204"/>
              </a:rPr>
              <a:t>I</a:t>
            </a:r>
            <a:r>
              <a:rPr b="1" dirty="0" sz="4800" spc="30">
                <a:latin typeface="Trebuchet MS" panose="020B0603020202020204"/>
                <a:cs typeface="Trebuchet MS" panose="020B0603020202020204"/>
              </a:rPr>
              <a:t>N</a:t>
            </a:r>
            <a:r>
              <a:rPr b="1" dirty="0" sz="4800" spc="5">
                <a:latin typeface="Trebuchet MS" panose="020B0603020202020204"/>
                <a:cs typeface="Trebuchet MS" panose="020B0603020202020204"/>
              </a:rPr>
              <a:t>G</a:t>
            </a:r>
            <a:endParaRPr sz="4800">
              <a:latin typeface="Trebuchet MS" panose="020B0603020202020204"/>
              <a:cs typeface="Trebuchet MS" panose="020B0603020202020204"/>
            </a:endParaRPr>
          </a:p>
        </p:txBody>
      </p:sp>
      <p:sp>
        <p:nvSpPr>
          <p:cNvPr id="1048686" name="Text Box 9"/>
          <p:cNvSpPr txBox="1"/>
          <p:nvPr/>
        </p:nvSpPr>
        <p:spPr>
          <a:xfrm>
            <a:off x="685800" y="1060450"/>
            <a:ext cx="8352790" cy="5591810"/>
          </a:xfrm>
          <a:prstGeom prst="rect"/>
          <a:noFill/>
        </p:spPr>
        <p:txBody>
          <a:bodyPr rtlCol="0" wrap="square">
            <a:noAutofit/>
          </a:bodyPr>
          <a:p>
            <a:pPr algn="just" indent="0" marL="0">
              <a:lnSpc>
                <a:spcPct val="100000"/>
              </a:lnSpc>
              <a:spcBef>
                <a:spcPts val="0"/>
              </a:spcBef>
              <a:spcAft>
                <a:spcPts val="0"/>
              </a:spcAft>
              <a:buNone/>
            </a:pPr>
            <a:r>
              <a:rPr altLang="zh-CN" dirty="0" sz="2000" lang="en-US">
                <a:latin typeface="Times New Roman" panose="02020603050405020304" pitchFamily="18" charset="0"/>
                <a:ea typeface="SimSun" panose="02010600030101010101" pitchFamily="2" charset="-122"/>
                <a:cs typeface="Times New Roman" panose="02020603050405020304" pitchFamily="18" charset="0"/>
                <a:sym typeface="+mn-ea"/>
              </a:rPr>
              <a:t>Before we start, we need to install Python and some libraries of Python in the system which can be installed by the commands in the command prompt(</a:t>
            </a:r>
            <a:r>
              <a:rPr altLang="zh-CN" dirty="0" sz="2000" lang="en-US" err="1">
                <a:latin typeface="Times New Roman" panose="02020603050405020304" pitchFamily="18" charset="0"/>
                <a:ea typeface="SimSun" panose="02010600030101010101" pitchFamily="2" charset="-122"/>
                <a:cs typeface="Times New Roman" panose="02020603050405020304" pitchFamily="18" charset="0"/>
                <a:sym typeface="+mn-ea"/>
              </a:rPr>
              <a:t>cmd</a:t>
            </a:r>
            <a:r>
              <a:rPr altLang="zh-CN" dirty="0" sz="2000" lang="en-US">
                <a:latin typeface="Times New Roman" panose="02020603050405020304" pitchFamily="18" charset="0"/>
                <a:ea typeface="SimSun" panose="02010600030101010101" pitchFamily="2" charset="-122"/>
                <a:cs typeface="Times New Roman" panose="02020603050405020304" pitchFamily="18" charset="0"/>
                <a:sym typeface="+mn-ea"/>
              </a:rPr>
              <a:t>).</a:t>
            </a:r>
            <a:endParaRPr altLang="zh-CN" baseline="0" b="0" cap="none" dirty="0" sz="2000" i="0" kern="1200" lang="en-US" spc="0" strike="noStrike" u="none">
              <a:latin typeface="Times New Roman" panose="02020603050405020304" pitchFamily="18" charset="0"/>
              <a:ea typeface="SimSun" panose="02010600030101010101" pitchFamily="2" charset="-122"/>
              <a:cs typeface="Times New Roman" panose="02020603050405020304" pitchFamily="18" charset="0"/>
            </a:endParaRPr>
          </a:p>
          <a:p>
            <a:pPr algn="just" indent="-285750" marL="285750">
              <a:lnSpc>
                <a:spcPct val="100000"/>
              </a:lnSpc>
              <a:spcBef>
                <a:spcPts val="0"/>
              </a:spcBef>
              <a:spcAft>
                <a:spcPts val="0"/>
              </a:spcAft>
              <a:buFont typeface="Wingdings" panose="05000000000000000000" pitchFamily="2" charset="2"/>
              <a:buChar char="§"/>
            </a:pPr>
            <a:r>
              <a:rPr altLang="zh-CN" b="1" dirty="0" sz="2000" lang="en-US">
                <a:latin typeface="Times New Roman" panose="02020603050405020304" pitchFamily="18" charset="0"/>
                <a:ea typeface="SimSun" panose="02010600030101010101" pitchFamily="2" charset="-122"/>
                <a:cs typeface="Times New Roman" panose="02020603050405020304" pitchFamily="18" charset="0"/>
                <a:sym typeface="+mn-ea"/>
              </a:rPr>
              <a:t>pip install pynput</a:t>
            </a:r>
            <a:endParaRPr altLang="zh-CN" baseline="0" b="1" cap="none" dirty="0" sz="2000" i="0" kern="1200" lang="en-US" spc="0" strike="noStrike" u="none">
              <a:latin typeface="Times New Roman" panose="02020603050405020304" pitchFamily="18" charset="0"/>
              <a:ea typeface="SimSun" panose="02010600030101010101" pitchFamily="2" charset="-122"/>
              <a:cs typeface="Times New Roman" panose="02020603050405020304" pitchFamily="18" charset="0"/>
            </a:endParaRPr>
          </a:p>
          <a:p>
            <a:pPr algn="just" indent="-285750" marL="285750">
              <a:lnSpc>
                <a:spcPct val="100000"/>
              </a:lnSpc>
              <a:spcBef>
                <a:spcPts val="0"/>
              </a:spcBef>
              <a:spcAft>
                <a:spcPts val="0"/>
              </a:spcAft>
              <a:buFont typeface="Wingdings" panose="05000000000000000000" pitchFamily="2" charset="2"/>
              <a:buChar char="§"/>
            </a:pPr>
            <a:r>
              <a:rPr altLang="zh-CN" b="1" dirty="0" sz="2000" lang="en-US">
                <a:latin typeface="Times New Roman" panose="02020603050405020304" pitchFamily="18" charset="0"/>
                <a:ea typeface="SimSun" panose="02010600030101010101" pitchFamily="2" charset="-122"/>
                <a:cs typeface="Times New Roman" panose="02020603050405020304" pitchFamily="18" charset="0"/>
                <a:sym typeface="+mn-ea"/>
              </a:rPr>
              <a:t>pip install jsons </a:t>
            </a:r>
            <a:endParaRPr altLang="zh-CN" baseline="0" b="1" cap="none" dirty="0" sz="2000" i="0" kern="1200" lang="en-US" spc="0" strike="noStrike" u="none">
              <a:latin typeface="Times New Roman" panose="02020603050405020304" pitchFamily="18" charset="0"/>
              <a:ea typeface="SimSun" panose="02010600030101010101" pitchFamily="2" charset="-122"/>
              <a:cs typeface="Times New Roman" panose="02020603050405020304" pitchFamily="18" charset="0"/>
            </a:endParaRPr>
          </a:p>
          <a:p>
            <a:pPr algn="just" indent="-285750" marL="285750">
              <a:lnSpc>
                <a:spcPct val="100000"/>
              </a:lnSpc>
              <a:spcBef>
                <a:spcPts val="0"/>
              </a:spcBef>
              <a:spcAft>
                <a:spcPts val="0"/>
              </a:spcAft>
              <a:buFont typeface="Wingdings" panose="05000000000000000000" pitchFamily="2" charset="2"/>
              <a:buChar char="§"/>
            </a:pPr>
            <a:r>
              <a:rPr altLang="zh-CN" dirty="0" sz="2000" lang="en-US">
                <a:latin typeface="Times New Roman" panose="02020603050405020304" pitchFamily="18" charset="0"/>
                <a:ea typeface="SimSun" panose="02010600030101010101" pitchFamily="2" charset="-122"/>
                <a:cs typeface="Times New Roman" panose="02020603050405020304" pitchFamily="18" charset="0"/>
                <a:sym typeface="+mn-ea"/>
              </a:rPr>
              <a:t>Pynput</a:t>
            </a:r>
            <a:r>
              <a:rPr altLang="zh-CN" dirty="0" sz="2000" lang="en-US" u="sng">
                <a:latin typeface="Times New Roman" panose="02020603050405020304" pitchFamily="18" charset="0"/>
                <a:ea typeface="SimSun" panose="02010600030101010101" pitchFamily="2" charset="-122"/>
                <a:cs typeface="Times New Roman" panose="02020603050405020304" pitchFamily="18" charset="0"/>
                <a:sym typeface="+mn-ea"/>
              </a:rPr>
              <a:t> </a:t>
            </a:r>
            <a:r>
              <a:rPr altLang="zh-CN" dirty="0" sz="2000" lang="en-US">
                <a:latin typeface="Times New Roman" panose="02020603050405020304" pitchFamily="18" charset="0"/>
                <a:ea typeface="SimSun" panose="02010600030101010101" pitchFamily="2" charset="-122"/>
                <a:cs typeface="Times New Roman" panose="02020603050405020304" pitchFamily="18" charset="0"/>
                <a:sym typeface="+mn-ea"/>
              </a:rPr>
              <a:t>helps in reading keystrokes as the user types in stuff </a:t>
            </a:r>
            <a:r>
              <a:rPr altLang="zh-CN" dirty="0" sz="2000" lang="en-US" u="sng">
                <a:latin typeface="Times New Roman" panose="02020603050405020304" pitchFamily="18" charset="0"/>
                <a:ea typeface="SimSun" panose="02010600030101010101" pitchFamily="2" charset="-122"/>
                <a:cs typeface="Times New Roman" panose="02020603050405020304" pitchFamily="18" charset="0"/>
                <a:sym typeface="+mn-ea"/>
              </a:rPr>
              <a:t>Jsons</a:t>
            </a:r>
            <a:r>
              <a:rPr altLang="zh-CN" b="1" dirty="0" sz="2000" lang="en-US" u="sng">
                <a:latin typeface="Times New Roman" panose="02020603050405020304" pitchFamily="18" charset="0"/>
                <a:ea typeface="SimSun" panose="02010600030101010101" pitchFamily="2" charset="-122"/>
                <a:cs typeface="Times New Roman" panose="02020603050405020304" pitchFamily="18" charset="0"/>
                <a:sym typeface="+mn-ea"/>
              </a:rPr>
              <a:t> </a:t>
            </a:r>
            <a:r>
              <a:rPr altLang="zh-CN" dirty="0" sz="2000" lang="en-US">
                <a:latin typeface="Times New Roman" panose="02020603050405020304" pitchFamily="18" charset="0"/>
                <a:ea typeface="SimSun" panose="02010600030101010101" pitchFamily="2" charset="-122"/>
                <a:cs typeface="Times New Roman" panose="02020603050405020304" pitchFamily="18" charset="0"/>
                <a:sym typeface="+mn-ea"/>
              </a:rPr>
              <a:t>is a later changing format that often exchanges data between a web server and user agent</a:t>
            </a:r>
            <a:endParaRPr altLang="zh-CN" baseline="0" b="0" cap="none" dirty="0" sz="2000" i="0" kern="1200" lang="en-US" spc="0" strike="noStrike" u="none">
              <a:latin typeface="Times New Roman" panose="02020603050405020304" pitchFamily="18" charset="0"/>
              <a:ea typeface="SimSun" panose="02010600030101010101" pitchFamily="2" charset="-122"/>
              <a:cs typeface="Times New Roman" panose="02020603050405020304" pitchFamily="18" charset="0"/>
            </a:endParaRPr>
          </a:p>
          <a:p>
            <a:pPr algn="l">
              <a:lnSpc>
                <a:spcPct val="100000"/>
              </a:lnSpc>
              <a:spcBef>
                <a:spcPts val="0"/>
              </a:spcBef>
              <a:spcAft>
                <a:spcPts val="0"/>
              </a:spcAft>
            </a:pPr>
            <a:r>
              <a:rPr altLang="zh-CN" b="1" dirty="0" sz="2000" i="1" lang="en-US">
                <a:latin typeface="Times New Roman" panose="02020603050405020304" pitchFamily="18" charset="0"/>
                <a:ea typeface="SimSun" panose="02010600030101010101" pitchFamily="2" charset="-122"/>
                <a:cs typeface="Times New Roman" panose="02020603050405020304" pitchFamily="18" charset="0"/>
                <a:sym typeface="SimSun" panose="02010600030101010101" pitchFamily="2" charset="-122"/>
              </a:rPr>
              <a:t>*  Initialization  of keylogger </a:t>
            </a:r>
            <a:r>
              <a:rPr altLang="zh-CN" dirty="0" sz="2000" i="1" lang="en-US">
                <a:latin typeface="Times New Roman" panose="02020603050405020304" pitchFamily="18" charset="0"/>
                <a:ea typeface="SimSun" panose="02010600030101010101" pitchFamily="2" charset="-122"/>
                <a:cs typeface="Times New Roman" panose="02020603050405020304" pitchFamily="18" charset="0"/>
                <a:sym typeface="SimSun" panose="02010600030101010101" pitchFamily="2" charset="-122"/>
              </a:rPr>
              <a:t>:</a:t>
            </a:r>
            <a:br>
              <a:rPr altLang="en-US" dirty="0" sz="2000" lang="zh-CN">
                <a:latin typeface="Times New Roman" panose="02020603050405020304" pitchFamily="18" charset="0"/>
                <a:ea typeface="SimSun" panose="02010600030101010101" pitchFamily="2" charset="-122"/>
                <a:cs typeface="Times New Roman" panose="02020603050405020304" pitchFamily="18" charset="0"/>
                <a:sym typeface="+mn-ea"/>
              </a:rPr>
            </a:br>
            <a:r>
              <a:rPr altLang="zh-CN" dirty="0" sz="2000" lang="en-US">
                <a:latin typeface="Times New Roman" panose="02020603050405020304" pitchFamily="18" charset="0"/>
                <a:ea typeface="SimSun" panose="02010600030101010101" pitchFamily="2" charset="-122"/>
                <a:cs typeface="Times New Roman" panose="02020603050405020304" pitchFamily="18" charset="0"/>
                <a:sym typeface="SimSun" panose="02010600030101010101" pitchFamily="2" charset="-122"/>
              </a:rPr>
              <a:t>Set up the main GUI window.</a:t>
            </a:r>
            <a:br>
              <a:rPr altLang="en-US" dirty="0" sz="2000" lang="zh-CN">
                <a:latin typeface="Times New Roman" panose="02020603050405020304" pitchFamily="18" charset="0"/>
                <a:ea typeface="SimSun" panose="02010600030101010101" pitchFamily="2" charset="-122"/>
                <a:cs typeface="Times New Roman" panose="02020603050405020304" pitchFamily="18" charset="0"/>
                <a:sym typeface="+mn-ea"/>
              </a:rPr>
            </a:br>
            <a:r>
              <a:rPr altLang="zh-CN" dirty="0" sz="2000" lang="en-US">
                <a:latin typeface="Times New Roman" panose="02020603050405020304" pitchFamily="18" charset="0"/>
                <a:ea typeface="SimSun" panose="02010600030101010101" pitchFamily="2" charset="-122"/>
                <a:cs typeface="Times New Roman" panose="02020603050405020304" pitchFamily="18" charset="0"/>
                <a:sym typeface="SimSun" panose="02010600030101010101" pitchFamily="2" charset="-122"/>
              </a:rPr>
              <a:t>Initialize global variables for keylogging.</a:t>
            </a:r>
            <a:endParaRPr altLang="zh-CN" baseline="0" b="0" cap="none" dirty="0" sz="2000" i="0" kern="1200" lang="en-US" spc="0" strike="noStrike" u="none">
              <a:latin typeface="Times New Roman" panose="02020603050405020304" pitchFamily="18" charset="0"/>
              <a:ea typeface="SimSun" panose="02010600030101010101" pitchFamily="2" charset="-122"/>
              <a:cs typeface="Times New Roman" panose="02020603050405020304" pitchFamily="18" charset="0"/>
            </a:endParaRPr>
          </a:p>
          <a:p>
            <a:pPr algn="l">
              <a:lnSpc>
                <a:spcPct val="100000"/>
              </a:lnSpc>
              <a:spcBef>
                <a:spcPts val="0"/>
              </a:spcBef>
              <a:spcAft>
                <a:spcPts val="0"/>
              </a:spcAft>
            </a:pPr>
            <a:r>
              <a:rPr altLang="zh-CN" b="1" dirty="0" sz="2000" i="1" lang="en-US">
                <a:latin typeface="Times New Roman" panose="02020603050405020304" pitchFamily="18" charset="0"/>
                <a:ea typeface="SimSun" panose="02010600030101010101" pitchFamily="2" charset="-122"/>
                <a:cs typeface="Times New Roman" panose="02020603050405020304" pitchFamily="18" charset="0"/>
                <a:sym typeface="SimSun" panose="02010600030101010101" pitchFamily="2" charset="-122"/>
              </a:rPr>
              <a:t>*  Data Logging into text files  </a:t>
            </a:r>
            <a:r>
              <a:rPr altLang="zh-CN" dirty="0" sz="2000" i="1" lang="en-US">
                <a:latin typeface="Times New Roman" panose="02020603050405020304" pitchFamily="18" charset="0"/>
                <a:ea typeface="SimSun" panose="02010600030101010101" pitchFamily="2" charset="-122"/>
                <a:cs typeface="Times New Roman" panose="02020603050405020304" pitchFamily="18" charset="0"/>
                <a:sym typeface="SimSun" panose="02010600030101010101" pitchFamily="2" charset="-122"/>
              </a:rPr>
              <a:t>:</a:t>
            </a:r>
            <a:br>
              <a:rPr altLang="en-US" dirty="0" sz="2000" i="1" lang="zh-CN">
                <a:latin typeface="Times New Roman" panose="02020603050405020304" pitchFamily="18" charset="0"/>
                <a:ea typeface="SimSun" panose="02010600030101010101" pitchFamily="2" charset="-122"/>
                <a:cs typeface="Times New Roman" panose="02020603050405020304" pitchFamily="18" charset="0"/>
                <a:sym typeface="+mn-ea"/>
              </a:rPr>
            </a:br>
            <a:r>
              <a:rPr altLang="zh-CN" dirty="0" sz="2000" lang="en-US">
                <a:latin typeface="Times New Roman" panose="02020603050405020304" pitchFamily="18" charset="0"/>
                <a:ea typeface="SimSun" panose="02010600030101010101" pitchFamily="2" charset="-122"/>
                <a:cs typeface="Times New Roman" panose="02020603050405020304" pitchFamily="18" charset="0"/>
                <a:sym typeface="SimSun" panose="02010600030101010101" pitchFamily="2" charset="-122"/>
              </a:rPr>
              <a:t>Continuously update text and JSON log files with captured key events.</a:t>
            </a:r>
            <a:endParaRPr altLang="zh-CN" baseline="0" b="0" cap="none" dirty="0" sz="2000" i="0" kern="1200" lang="en-US" spc="0" strike="noStrike" u="none">
              <a:latin typeface="Times New Roman" panose="02020603050405020304" pitchFamily="18" charset="0"/>
              <a:ea typeface="SimSun" panose="02010600030101010101" pitchFamily="2" charset="-122"/>
              <a:cs typeface="Times New Roman" panose="02020603050405020304" pitchFamily="18" charset="0"/>
            </a:endParaRPr>
          </a:p>
          <a:p>
            <a:pPr algn="l">
              <a:lnSpc>
                <a:spcPct val="100000"/>
              </a:lnSpc>
              <a:spcBef>
                <a:spcPts val="0"/>
              </a:spcBef>
              <a:spcAft>
                <a:spcPts val="0"/>
              </a:spcAft>
            </a:pPr>
            <a:r>
              <a:rPr altLang="zh-CN" b="1" dirty="0" sz="2000" i="1" lang="en-US">
                <a:latin typeface="Times New Roman" panose="02020603050405020304" pitchFamily="18" charset="0"/>
                <a:ea typeface="SimSun" panose="02010600030101010101" pitchFamily="2" charset="-122"/>
                <a:cs typeface="Times New Roman" panose="02020603050405020304" pitchFamily="18" charset="0"/>
                <a:sym typeface="SimSun" panose="02010600030101010101" pitchFamily="2" charset="-122"/>
              </a:rPr>
              <a:t>* Stop Logging  </a:t>
            </a:r>
            <a:r>
              <a:rPr altLang="zh-CN" dirty="0" sz="2000" i="1" lang="en-US">
                <a:latin typeface="Times New Roman" panose="02020603050405020304" pitchFamily="18" charset="0"/>
                <a:ea typeface="SimSun" panose="02010600030101010101" pitchFamily="2" charset="-122"/>
                <a:cs typeface="Times New Roman" panose="02020603050405020304" pitchFamily="18" charset="0"/>
                <a:sym typeface="SimSun" panose="02010600030101010101" pitchFamily="2" charset="-122"/>
              </a:rPr>
              <a:t>:</a:t>
            </a:r>
            <a:br>
              <a:rPr altLang="en-US" dirty="0" sz="2000" lang="zh-CN">
                <a:latin typeface="Times New Roman" panose="02020603050405020304" pitchFamily="18" charset="0"/>
                <a:ea typeface="SimSun" panose="02010600030101010101" pitchFamily="2" charset="-122"/>
                <a:cs typeface="Times New Roman" panose="02020603050405020304" pitchFamily="18" charset="0"/>
                <a:sym typeface="+mn-ea"/>
              </a:rPr>
            </a:br>
            <a:r>
              <a:rPr altLang="zh-CN" dirty="0" sz="2000" lang="en-US">
                <a:latin typeface="Times New Roman" panose="02020603050405020304" pitchFamily="18" charset="0"/>
                <a:ea typeface="SimSun" panose="02010600030101010101" pitchFamily="2" charset="-122"/>
                <a:cs typeface="Times New Roman" panose="02020603050405020304" pitchFamily="18" charset="0"/>
                <a:sym typeface="SimSun" panose="02010600030101010101" pitchFamily="2" charset="-122"/>
              </a:rPr>
              <a:t>Stop capturing key events when the "Stop" button is pressed.</a:t>
            </a:r>
            <a:br>
              <a:rPr altLang="en-US" dirty="0" sz="2000" lang="zh-CN">
                <a:latin typeface="Times New Roman" panose="02020603050405020304" pitchFamily="18" charset="0"/>
                <a:ea typeface="SimSun" panose="02010600030101010101" pitchFamily="2" charset="-122"/>
                <a:cs typeface="Times New Roman" panose="02020603050405020304" pitchFamily="18" charset="0"/>
                <a:sym typeface="+mn-ea"/>
              </a:rPr>
            </a:br>
            <a:r>
              <a:rPr altLang="zh-CN" dirty="0" sz="2000" lang="en-US">
                <a:latin typeface="Times New Roman" panose="02020603050405020304" pitchFamily="18" charset="0"/>
                <a:ea typeface="SimSun" panose="02010600030101010101" pitchFamily="2" charset="-122"/>
                <a:cs typeface="Times New Roman" panose="02020603050405020304" pitchFamily="18" charset="0"/>
                <a:sym typeface="SimSun" panose="02010600030101010101" pitchFamily="2" charset="-122"/>
              </a:rPr>
              <a:t>Update the GUI status to indicate that the keylogger is stopped.</a:t>
            </a:r>
            <a:br>
              <a:rPr altLang="en-US" dirty="0" sz="2000" lang="zh-CN">
                <a:latin typeface="Times New Roman" panose="02020603050405020304" pitchFamily="18" charset="0"/>
                <a:ea typeface="SimSun" panose="02010600030101010101" pitchFamily="2" charset="-122"/>
                <a:cs typeface="Times New Roman" panose="02020603050405020304" pitchFamily="18" charset="0"/>
                <a:sym typeface="+mn-ea"/>
              </a:rPr>
            </a:br>
            <a:endParaRPr altLang="en-US" dirty="0" sz="2000" lang="zh-CN">
              <a:latin typeface="Times New Roman" panose="02020603050405020304" pitchFamily="18" charset="0"/>
              <a:ea typeface="SimSun" panose="02010600030101010101" pitchFamily="2" charset="-122"/>
              <a:cs typeface="Times New Roman" panose="02020603050405020304" pitchFamily="18" charset="0"/>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40" name=""/>
        <p:cNvGrpSpPr/>
        <p:nvPr/>
      </p:nvGrpSpPr>
      <p:grpSpPr>
        <a:xfrm/>
      </p:grpSpPr>
      <p:sp>
        <p:nvSpPr>
          <p:cNvPr id="1048693" name="Title 1"/>
          <p:cNvSpPr>
            <a:spLocks noGrp="1"/>
          </p:cNvSpPr>
          <p:nvPr>
            <p:ph type="title"/>
          </p:nvPr>
        </p:nvSpPr>
        <p:spPr>
          <a:xfrm>
            <a:off x="755332" y="385444"/>
            <a:ext cx="10681335" cy="596901"/>
          </a:xfrm>
        </p:spPr>
        <p:txBody>
          <a:bodyPr/>
          <a:p>
            <a:r>
              <a:rPr altLang="zh-CN" b="1" dirty="0" sz="4000" kern="1200" lang="en-US">
                <a:latin typeface="Calibri" panose="020F0502020204030204" charset="0"/>
                <a:ea typeface="SimSun" panose="02010600030101010101" pitchFamily="2" charset="-122"/>
                <a:cs typeface="Calibri" panose="020F0502020204030204" charset="0"/>
                <a:sym typeface="+mn-ea"/>
              </a:rPr>
              <a:t>OUTPUTS</a:t>
            </a:r>
            <a:endParaRPr altLang="zh-CN" b="1" dirty="0" sz="4000" kern="1200" lang="en-US">
              <a:latin typeface="Calibri" panose="020F0502020204030204" charset="0"/>
              <a:ea typeface="SimSun" panose="02010600030101010101" pitchFamily="2" charset="-122"/>
              <a:cs typeface="Calibri" panose="020F0502020204030204" charset="0"/>
              <a:sym typeface="+mn-ea"/>
            </a:endParaRPr>
          </a:p>
        </p:txBody>
      </p:sp>
      <p:pic>
        <p:nvPicPr>
          <p:cNvPr id="2097167" name="Content Placeholder 4"/>
          <p:cNvPicPr>
            <a:picLocks noChangeAspect="1"/>
          </p:cNvPicPr>
          <p:nvPr>
            <p:ph sz="half" idx="2"/>
          </p:nvPr>
        </p:nvPicPr>
        <p:blipFill>
          <a:blip xmlns:r="http://schemas.openxmlformats.org/officeDocument/2006/relationships" r:embed="rId1"/>
          <a:stretch>
            <a:fillRect/>
          </a:stretch>
        </p:blipFill>
        <p:spPr>
          <a:xfrm>
            <a:off x="304800" y="1447800"/>
            <a:ext cx="4182745" cy="4526280"/>
          </a:xfrm>
          <a:prstGeom prst="rect"/>
        </p:spPr>
      </p:pic>
      <p:pic>
        <p:nvPicPr>
          <p:cNvPr id="2097168" name="Content Placeholder 6"/>
          <p:cNvPicPr>
            <a:picLocks noChangeAspect="1"/>
          </p:cNvPicPr>
          <p:nvPr>
            <p:ph sz="half" idx="3"/>
          </p:nvPr>
        </p:nvPicPr>
        <p:blipFill>
          <a:blip xmlns:r="http://schemas.openxmlformats.org/officeDocument/2006/relationships" r:embed="rId2"/>
          <a:stretch>
            <a:fillRect/>
          </a:stretch>
        </p:blipFill>
        <p:spPr>
          <a:xfrm>
            <a:off x="5105400" y="1600200"/>
            <a:ext cx="4411980" cy="4192905"/>
          </a:xfrm>
          <a:prstGeom prst="rec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41" name=""/>
        <p:cNvGrpSpPr/>
        <p:nvPr/>
      </p:nvGrpSpPr>
      <p:grpSpPr>
        <a:xfrm>
          <a:off x="0" y="0"/>
          <a:ext cx="0" cy="0"/>
          <a:chOff x="0" y="0"/>
          <a:chExt cx="0" cy="0"/>
        </a:xfrm>
      </p:grpSpPr>
      <p:sp>
        <p:nvSpPr>
          <p:cNvPr id="1048694" name="object 2"/>
          <p:cNvSpPr txBox="1"/>
          <p:nvPr/>
        </p:nvSpPr>
        <p:spPr>
          <a:xfrm>
            <a:off x="752475" y="6486037"/>
            <a:ext cx="1773555" cy="166370"/>
          </a:xfrm>
          <a:prstGeom prst="rect"/>
        </p:spPr>
        <p:txBody>
          <a:bodyPr bIns="0" lIns="0" rIns="0" rtlCol="0" tIns="0" vert="horz" wrap="square">
            <a:spAutoFit/>
          </a:bodyPr>
          <a:p>
            <a:pPr>
              <a:lnSpc>
                <a:spcPts val="1275"/>
              </a:lnSpc>
            </a:pPr>
            <a:r>
              <a:rPr dirty="0" sz="1100" spc="20">
                <a:solidFill>
                  <a:srgbClr val="2D83C3"/>
                </a:solidFill>
                <a:latin typeface="Trebuchet MS" panose="020B0603020202020204"/>
                <a:cs typeface="Trebuchet MS" panose="020B0603020202020204"/>
              </a:rPr>
              <a:t>3/21/202</a:t>
            </a:r>
            <a:r>
              <a:rPr dirty="0" sz="1100" spc="10">
                <a:solidFill>
                  <a:srgbClr val="2D83C3"/>
                </a:solidFill>
                <a:latin typeface="Trebuchet MS" panose="020B0603020202020204"/>
                <a:cs typeface="Trebuchet MS" panose="020B0603020202020204"/>
              </a:rPr>
              <a:t>4</a:t>
            </a:r>
            <a:r>
              <a:rPr dirty="0" sz="1100">
                <a:solidFill>
                  <a:srgbClr val="2D83C3"/>
                </a:solidFill>
                <a:latin typeface="Trebuchet MS" panose="020B0603020202020204"/>
                <a:cs typeface="Trebuchet MS" panose="020B0603020202020204"/>
              </a:rPr>
              <a:t> </a:t>
            </a:r>
            <a:r>
              <a:rPr dirty="0" sz="1100" spc="130">
                <a:solidFill>
                  <a:srgbClr val="2D83C3"/>
                </a:solidFill>
                <a:latin typeface="Trebuchet MS" panose="020B0603020202020204"/>
                <a:cs typeface="Trebuchet MS" panose="020B0603020202020204"/>
              </a:rPr>
              <a:t> </a:t>
            </a:r>
            <a:r>
              <a:rPr b="1" dirty="0" sz="1100" spc="50">
                <a:solidFill>
                  <a:srgbClr val="2D83C3"/>
                </a:solidFill>
                <a:latin typeface="Trebuchet MS" panose="020B0603020202020204"/>
                <a:cs typeface="Trebuchet MS" panose="020B0603020202020204"/>
              </a:rPr>
              <a:t>A</a:t>
            </a:r>
            <a:r>
              <a:rPr b="1" dirty="0" sz="1100" spc="15">
                <a:solidFill>
                  <a:srgbClr val="2D83C3"/>
                </a:solidFill>
                <a:latin typeface="Trebuchet MS" panose="020B0603020202020204"/>
                <a:cs typeface="Trebuchet MS" panose="020B0603020202020204"/>
              </a:rPr>
              <a:t>nnu</a:t>
            </a:r>
            <a:r>
              <a:rPr b="1" dirty="0" sz="1100" spc="10">
                <a:solidFill>
                  <a:srgbClr val="2D83C3"/>
                </a:solidFill>
                <a:latin typeface="Trebuchet MS" panose="020B0603020202020204"/>
                <a:cs typeface="Trebuchet MS" panose="020B0603020202020204"/>
              </a:rPr>
              <a:t>al</a:t>
            </a:r>
            <a:r>
              <a:rPr b="1" dirty="0" sz="1100" spc="-140">
                <a:solidFill>
                  <a:srgbClr val="2D83C3"/>
                </a:solidFill>
                <a:latin typeface="Trebuchet MS" panose="020B0603020202020204"/>
                <a:cs typeface="Trebuchet MS" panose="020B0603020202020204"/>
              </a:rPr>
              <a:t> </a:t>
            </a:r>
            <a:r>
              <a:rPr b="1" dirty="0" sz="1100">
                <a:solidFill>
                  <a:srgbClr val="2D83C3"/>
                </a:solidFill>
                <a:latin typeface="Trebuchet MS" panose="020B0603020202020204"/>
                <a:cs typeface="Trebuchet MS" panose="020B0603020202020204"/>
              </a:rPr>
              <a:t>R</a:t>
            </a:r>
            <a:r>
              <a:rPr b="1" dirty="0" sz="1100" spc="35">
                <a:solidFill>
                  <a:srgbClr val="2D83C3"/>
                </a:solidFill>
                <a:latin typeface="Trebuchet MS" panose="020B0603020202020204"/>
                <a:cs typeface="Trebuchet MS" panose="020B0603020202020204"/>
              </a:rPr>
              <a:t>e</a:t>
            </a:r>
            <a:r>
              <a:rPr b="1" dirty="0" sz="1100" spc="90">
                <a:solidFill>
                  <a:srgbClr val="2D83C3"/>
                </a:solidFill>
                <a:latin typeface="Trebuchet MS" panose="020B0603020202020204"/>
                <a:cs typeface="Trebuchet MS" panose="020B0603020202020204"/>
              </a:rPr>
              <a:t>v</a:t>
            </a:r>
            <a:r>
              <a:rPr b="1" dirty="0" sz="1100" spc="-35">
                <a:solidFill>
                  <a:srgbClr val="2D83C3"/>
                </a:solidFill>
                <a:latin typeface="Trebuchet MS" panose="020B0603020202020204"/>
                <a:cs typeface="Trebuchet MS" panose="020B0603020202020204"/>
              </a:rPr>
              <a:t>i</a:t>
            </a:r>
            <a:r>
              <a:rPr b="1" dirty="0" sz="1100" spc="35">
                <a:solidFill>
                  <a:srgbClr val="2D83C3"/>
                </a:solidFill>
                <a:latin typeface="Trebuchet MS" panose="020B0603020202020204"/>
                <a:cs typeface="Trebuchet MS" panose="020B0603020202020204"/>
              </a:rPr>
              <a:t>e</a:t>
            </a:r>
            <a:r>
              <a:rPr b="1" dirty="0" sz="1100" spc="15">
                <a:solidFill>
                  <a:srgbClr val="2D83C3"/>
                </a:solidFill>
                <a:latin typeface="Trebuchet MS" panose="020B0603020202020204"/>
                <a:cs typeface="Trebuchet MS" panose="020B0603020202020204"/>
              </a:rPr>
              <a:t>w</a:t>
            </a:r>
            <a:endParaRPr sz="1100">
              <a:latin typeface="Trebuchet MS" panose="020B0603020202020204"/>
              <a:cs typeface="Trebuchet MS" panose="020B0603020202020204"/>
            </a:endParaRPr>
          </a:p>
        </p:txBody>
      </p:sp>
      <p:sp>
        <p:nvSpPr>
          <p:cNvPr id="1048695" name="object 3"/>
          <p:cNvSpPr/>
          <p:nvPr/>
        </p:nvSpPr>
        <p:spPr>
          <a:xfrm>
            <a:off x="9353550" y="5362575"/>
            <a:ext cx="457200" cy="457200"/>
          </a:xfrm>
          <a:custGeom>
            <a:avLst/>
            <a:ah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bIns="0" lIns="0" rIns="0" rtlCol="0" tIns="0" wrap="square"/>
          <a:p/>
        </p:txBody>
      </p:sp>
      <p:sp>
        <p:nvSpPr>
          <p:cNvPr id="1048696" name="Content Placeholder 9"/>
          <p:cNvSpPr>
            <a:spLocks noGrp="1"/>
          </p:cNvSpPr>
          <p:nvPr>
            <p:ph sz="half" idx="3"/>
          </p:nvPr>
        </p:nvSpPr>
        <p:spPr>
          <a:xfrm>
            <a:off x="685800" y="1344930"/>
            <a:ext cx="7077075" cy="4017645"/>
          </a:xfrm>
        </p:spPr>
        <p:txBody>
          <a:bodyPr>
            <a:noAutofit/>
          </a:bodyPr>
          <a:p>
            <a:pPr algn="just" lvl="1">
              <a:lnSpc>
                <a:spcPct val="150000"/>
              </a:lnSpc>
            </a:pPr>
            <a:r>
              <a:rPr dirty="0" sz="2000" lang="en-US">
                <a:effectLst/>
                <a:latin typeface="Times New Roman" panose="02020603050405020304" pitchFamily="18" charset="0"/>
                <a:cs typeface="Times New Roman" panose="02020603050405020304" pitchFamily="18" charset="0"/>
                <a:sym typeface="+mn-ea"/>
              </a:rPr>
              <a:t>As a result, when a key is pressed, Python will create a keylog.txt file with the list of keys pressed from when the script began running up to the last key pressed.</a:t>
            </a:r>
            <a:endParaRPr dirty="0" sz="2000" i="0" lang="en-US">
              <a:effectLst/>
              <a:latin typeface="Times New Roman" panose="02020603050405020304" pitchFamily="18" charset="0"/>
              <a:cs typeface="Times New Roman" panose="02020603050405020304" pitchFamily="18" charset="0"/>
            </a:endParaRPr>
          </a:p>
          <a:p>
            <a:pPr algn="just" lvl="1">
              <a:lnSpc>
                <a:spcPct val="150000"/>
              </a:lnSpc>
            </a:pPr>
            <a:r>
              <a:rPr dirty="0" sz="2000" lang="en-US">
                <a:effectLst/>
                <a:latin typeface="Times New Roman" panose="02020603050405020304" pitchFamily="18" charset="0"/>
                <a:cs typeface="Times New Roman" panose="02020603050405020304" pitchFamily="18" charset="0"/>
                <a:sym typeface="+mn-ea"/>
              </a:rPr>
              <a:t>If we leave the code like that, it will keep executing constantly. We will define a function consisting of some stop key or a combination of keys that will stop the key logger</a:t>
            </a:r>
            <a:endParaRPr dirty="0" sz="2000" i="0" lang="en-US">
              <a:effectLst/>
              <a:latin typeface="Times New Roman" panose="02020603050405020304" pitchFamily="18" charset="0"/>
              <a:cs typeface="Times New Roman" panose="02020603050405020304" pitchFamily="18" charset="0"/>
            </a:endParaRPr>
          </a:p>
          <a:p>
            <a:pPr algn="just" lvl="1">
              <a:lnSpc>
                <a:spcPct val="150000"/>
              </a:lnSpc>
            </a:pPr>
            <a:r>
              <a:rPr altLang="zh-CN" dirty="0" sz="2000" kern="1200" lang="en-US">
                <a:latin typeface="Times New Roman" panose="02020603050405020304" pitchFamily="18" charset="0"/>
                <a:ea typeface="SimSun" panose="02010600030101010101" pitchFamily="2" charset="-122"/>
                <a:cs typeface="Times New Roman" panose="02020603050405020304" pitchFamily="18" charset="0"/>
                <a:sym typeface="+mn-ea"/>
              </a:rPr>
              <a:t>Real-time keylogging with start and stop functionality controlled via a simple GUI. </a:t>
            </a:r>
            <a:endParaRPr altLang="zh-CN" baseline="0" cap="none" dirty="0" sz="2000" i="0" kern="1200" lang="en-US" spc="0" strike="noStrike" u="none">
              <a:latin typeface="Times New Roman" panose="02020603050405020304" pitchFamily="18" charset="0"/>
              <a:ea typeface="SimSun" panose="02010600030101010101" pitchFamily="2" charset="-122"/>
              <a:cs typeface="Times New Roman" panose="02020603050405020304" pitchFamily="18" charset="0"/>
            </a:endParaRPr>
          </a:p>
          <a:p>
            <a:endParaRPr altLang="zh-CN" baseline="0" cap="none" dirty="0" sz="2000" i="0" kern="1200" lang="en-US" spc="0" strike="noStrike" u="none">
              <a:latin typeface="Times New Roman" panose="02020603050405020304" pitchFamily="18" charset="0"/>
              <a:ea typeface="SimSun" panose="02010600030101010101" pitchFamily="2" charset="-122"/>
              <a:cs typeface="Times New Roman" panose="02020603050405020304" pitchFamily="18" charset="0"/>
            </a:endParaRPr>
          </a:p>
        </p:txBody>
      </p:sp>
      <p:sp>
        <p:nvSpPr>
          <p:cNvPr id="1048697" name="object 4"/>
          <p:cNvSpPr/>
          <p:nvPr/>
        </p:nvSpPr>
        <p:spPr>
          <a:xfrm>
            <a:off x="6696075" y="1695450"/>
            <a:ext cx="314325" cy="323850"/>
          </a:xfrm>
          <a:custGeom>
            <a:avLst/>
            <a:ah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bIns="0" lIns="0" rIns="0" rtlCol="0" tIns="0" wrap="square"/>
          <a:p/>
        </p:txBody>
      </p:sp>
      <p:sp>
        <p:nvSpPr>
          <p:cNvPr id="1048698" name="object 5"/>
          <p:cNvSpPr/>
          <p:nvPr/>
        </p:nvSpPr>
        <p:spPr>
          <a:xfrm>
            <a:off x="9353550" y="5895975"/>
            <a:ext cx="180975" cy="180975"/>
          </a:xfrm>
          <a:custGeom>
            <a:avLst/>
            <a:ah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bIns="0" lIns="0" rIns="0" rtlCol="0" tIns="0" wrap="square"/>
          <a:p/>
        </p:txBody>
      </p:sp>
      <p:pic>
        <p:nvPicPr>
          <p:cNvPr id="2097169" name="object 6"/>
          <p:cNvPicPr>
            <a:picLocks/>
          </p:cNvPicPr>
          <p:nvPr/>
        </p:nvPicPr>
        <p:blipFill>
          <a:blip xmlns:r="http://schemas.openxmlformats.org/officeDocument/2006/relationships" r:embed="rId1" cstate="print"/>
          <a:stretch>
            <a:fillRect/>
          </a:stretch>
        </p:blipFill>
        <p:spPr>
          <a:xfrm>
            <a:off x="1666875" y="6467475"/>
            <a:ext cx="76200" cy="177800"/>
          </a:xfrm>
          <a:prstGeom prst="rect"/>
        </p:spPr>
      </p:pic>
      <p:sp>
        <p:nvSpPr>
          <p:cNvPr id="1048699" name="object 7"/>
          <p:cNvSpPr txBox="1">
            <a:spLocks noGrp="1"/>
          </p:cNvSpPr>
          <p:nvPr>
            <p:ph type="title"/>
          </p:nvPr>
        </p:nvSpPr>
        <p:spPr>
          <a:xfrm>
            <a:off x="755332" y="304799"/>
            <a:ext cx="10681335" cy="758190"/>
          </a:xfrm>
          <a:prstGeom prst="rect"/>
        </p:spPr>
        <p:txBody>
          <a:bodyPr bIns="0" lIns="0" rIns="0" rtlCol="0" tIns="13335" vert="horz" wrap="square">
            <a:spAutoFit/>
          </a:bodyPr>
          <a:p>
            <a:pPr marL="12700">
              <a:lnSpc>
                <a:spcPct val="100000"/>
              </a:lnSpc>
              <a:spcBef>
                <a:spcPts val="105"/>
              </a:spcBef>
            </a:pPr>
            <a:r>
              <a:rPr dirty="0"/>
              <a:t>R</a:t>
            </a:r>
            <a:r>
              <a:rPr dirty="0" spc="-40"/>
              <a:t>E</a:t>
            </a:r>
            <a:r>
              <a:rPr dirty="0" spc="15"/>
              <a:t>S</a:t>
            </a:r>
            <a:r>
              <a:rPr dirty="0" spc="-30"/>
              <a:t>U</a:t>
            </a:r>
            <a:r>
              <a:rPr dirty="0" spc="-405"/>
              <a:t>L</a:t>
            </a:r>
            <a:r>
              <a:rPr dirty="0"/>
              <a:t>TS</a:t>
            </a:r>
            <a:endParaRPr dirty="0"/>
          </a:p>
        </p:txBody>
      </p:sp>
      <p:sp>
        <p:nvSpPr>
          <p:cNvPr id="1048700" name="object 9"/>
          <p:cNvSpPr txBox="1"/>
          <p:nvPr/>
        </p:nvSpPr>
        <p:spPr>
          <a:xfrm>
            <a:off x="11277218" y="6473337"/>
            <a:ext cx="228600" cy="191770"/>
          </a:xfrm>
          <a:prstGeom prst="rect"/>
        </p:spPr>
        <p:txBody>
          <a:bodyPr bIns="0" lIns="0" rIns="0" rtlCol="0" tIns="6985" vert="horz" wrap="square">
            <a:spAutoFit/>
          </a:bodyPr>
          <a:p>
            <a:pPr marL="38100">
              <a:lnSpc>
                <a:spcPct val="100000"/>
              </a:lnSpc>
              <a:spcBef>
                <a:spcPts val="55"/>
              </a:spcBef>
            </a:pPr>
            <a:fld id="{81D60167-4931-47E6-BA6A-407CBD079E47}" type="slidenum">
              <a:rPr dirty="0" sz="1100" spc="10">
                <a:solidFill>
                  <a:srgbClr val="2D936B"/>
                </a:solidFill>
                <a:latin typeface="Trebuchet MS" panose="020B0603020202020204"/>
                <a:cs typeface="Trebuchet MS" panose="020B0603020202020204"/>
              </a:rPr>
              <a:t>12</a:t>
            </a:fld>
            <a:endParaRPr sz="1100">
              <a:latin typeface="Trebuchet MS" panose="020B0603020202020204"/>
              <a:cs typeface="Trebuchet MS" panose="020B0603020202020204"/>
            </a:endParaRPr>
          </a:p>
        </p:txBody>
      </p:sp>
      <p:pic>
        <p:nvPicPr>
          <p:cNvPr id="2097170" name="Content Placeholder 7"/>
          <p:cNvPicPr>
            <a:picLocks noChangeAspect="1"/>
          </p:cNvPicPr>
          <p:nvPr>
            <p:ph sz="half" idx="2"/>
          </p:nvPr>
        </p:nvPicPr>
        <p:blipFill>
          <a:blip xmlns:r="http://schemas.openxmlformats.org/officeDocument/2006/relationships" r:embed="rId2"/>
          <a:stretch>
            <a:fillRect/>
          </a:stretch>
        </p:blipFill>
        <p:spPr>
          <a:xfrm>
            <a:off x="3810000" y="4953000"/>
            <a:ext cx="2065020" cy="1617980"/>
          </a:xfrm>
          <a:prstGeom prst="rec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42" name=""/>
        <p:cNvGrpSpPr/>
        <p:nvPr/>
      </p:nvGrpSpPr>
      <p:grpSpPr>
        <a:xfrm/>
      </p:grpSpPr>
      <p:sp>
        <p:nvSpPr>
          <p:cNvPr id="1048701" name="Title 1"/>
          <p:cNvSpPr>
            <a:spLocks noGrp="1"/>
          </p:cNvSpPr>
          <p:nvPr>
            <p:ph type="ctrTitle"/>
          </p:nvPr>
        </p:nvSpPr>
        <p:spPr>
          <a:xfrm>
            <a:off x="1295654" y="837945"/>
            <a:ext cx="5800851" cy="492125"/>
          </a:xfrm>
        </p:spPr>
        <p:txBody>
          <a:bodyPr/>
          <a:p>
            <a:r>
              <a:rPr lang="en-US"/>
              <a:t>PROJECY LINK</a:t>
            </a:r>
            <a:endParaRPr lang="en-US"/>
          </a:p>
        </p:txBody>
      </p:sp>
      <p:sp>
        <p:nvSpPr>
          <p:cNvPr id="1048702" name="Subtitle 2"/>
          <p:cNvSpPr>
            <a:spLocks noGrp="1"/>
          </p:cNvSpPr>
          <p:nvPr>
            <p:ph type="subTitle" idx="4"/>
          </p:nvPr>
        </p:nvSpPr>
        <p:spPr>
          <a:xfrm>
            <a:off x="1949859" y="2661355"/>
            <a:ext cx="9814168" cy="266700"/>
          </a:xfrm>
        </p:spPr>
        <p:txBody>
          <a:bodyPr/>
          <a:p>
            <a:r>
              <a:rPr lang="en-US"/>
              <a:t>https://github.com/Sandhya-cs-cmd/Sandhya-project-.git</a:t>
            </a: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主题">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Application>WPS Presentation</Application>
  <ScaleCrop>0</ScaleCrop>
  <LinksUpToDate>0</LinksUpToDate>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creator>M2006C3MII</dc:creator>
  <cp:lastModifiedBy>kanak</cp:lastModifiedBy>
  <dcterms:created xsi:type="dcterms:W3CDTF">2024-06-02T18:48:00Z</dcterms:created>
  <dcterms:modified xsi:type="dcterms:W3CDTF">2024-06-20T12:36:25Z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2024-03-21T05:30:00Z</vt:filetime>
  </property>
  <property fmtid="{D5CDD505-2E9C-101B-9397-08002B2CF9AE}" pid="3" name="LastSaved">
    <vt:filetime>2024-06-03T05:30:00Z</vt:filetime>
  </property>
  <property fmtid="{D5CDD505-2E9C-101B-9397-08002B2CF9AE}" pid="4" name="ICV">
    <vt:lpwstr>F78207ED6E294826A3ED8034FADA80AF_13</vt:lpwstr>
  </property>
  <property fmtid="{D5CDD505-2E9C-101B-9397-08002B2CF9AE}" pid="5" name="KSOProductBuildVer">
    <vt:lpwstr>1033-12.2.0.13472</vt:lpwstr>
  </property>
</Properties>
</file>